
<file path=[Content_Types].xml><?xml version="1.0" encoding="utf-8"?>
<Types xmlns="http://schemas.openxmlformats.org/package/2006/content-types">
  <Default Extension="jpeg" ContentType="image/jpeg"/>
  <Default Extension="mp4" ContentType="video/mp4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261" r:id="rId3"/>
    <p:sldId id="260" r:id="rId4"/>
    <p:sldId id="257" r:id="rId5"/>
    <p:sldId id="262" r:id="rId6"/>
    <p:sldId id="263" r:id="rId7"/>
    <p:sldId id="264" r:id="rId8"/>
    <p:sldId id="265" r:id="rId9"/>
    <p:sldId id="25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8050D-08CD-BF8A-306F-3F0DCAA9B80B}" v="141" dt="2026-09-21T06:54:23.261"/>
    <p1510:client id="{82B95AE9-0D5E-8F99-AF0F-BB2DC5C3F48E}" v="421" dt="2026-09-21T00:35:55.356"/>
    <p1510:client id="{82D9E95D-C5B3-B220-1917-08ABDABFB992}" v="12" dt="2026-09-21T00:45:33.373"/>
    <p1510:client id="{8C38A807-6BE4-0541-58D3-A8D40807B650}" v="1" dt="2026-09-22T17:35:26.852"/>
    <p1510:client id="{9C32CB78-D189-1D82-3097-BD52B92C865B}" v="747" dt="2026-09-21T22:00:35.628"/>
    <p1510:client id="{A439B870-B3BE-8A85-7B29-7B6012588ECA}" v="43" dt="2026-09-22T17:05:41.773"/>
    <p1510:client id="{EEF1CBDC-00CE-90A2-09A2-2EABDAC152FA}" v="46" dt="2026-09-21T23:59:33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 My Luu" userId="S::luum@purdue.edu::565587ec-ec54-4599-8f51-22e274b7a5df" providerId="AD" clId="Web-{EEF1CBDC-00CE-90A2-09A2-2EABDAC152FA}"/>
    <pc:docChg chg="modSld">
      <pc:chgData name="Han My Luu" userId="S::luum@purdue.edu::565587ec-ec54-4599-8f51-22e274b7a5df" providerId="AD" clId="Web-{EEF1CBDC-00CE-90A2-09A2-2EABDAC152FA}" dt="2026-09-21T23:59:33.487" v="41" actId="20577"/>
      <pc:docMkLst>
        <pc:docMk/>
      </pc:docMkLst>
      <pc:sldChg chg="modSp">
        <pc:chgData name="Han My Luu" userId="S::luum@purdue.edu::565587ec-ec54-4599-8f51-22e274b7a5df" providerId="AD" clId="Web-{EEF1CBDC-00CE-90A2-09A2-2EABDAC152FA}" dt="2026-09-21T23:59:33.487" v="41" actId="20577"/>
        <pc:sldMkLst>
          <pc:docMk/>
          <pc:sldMk cId="2599261978" sldId="263"/>
        </pc:sldMkLst>
        <pc:spChg chg="mod">
          <ac:chgData name="Han My Luu" userId="S::luum@purdue.edu::565587ec-ec54-4599-8f51-22e274b7a5df" providerId="AD" clId="Web-{EEF1CBDC-00CE-90A2-09A2-2EABDAC152FA}" dt="2026-09-21T23:59:33.487" v="41" actId="20577"/>
          <ac:spMkLst>
            <pc:docMk/>
            <pc:sldMk cId="2599261978" sldId="263"/>
            <ac:spMk id="3" creationId="{9C6D1EE2-52E2-CF3D-1FFB-023F90409010}"/>
          </ac:spMkLst>
        </pc:spChg>
      </pc:sldChg>
      <pc:sldChg chg="modSp">
        <pc:chgData name="Han My Luu" userId="S::luum@purdue.edu::565587ec-ec54-4599-8f51-22e274b7a5df" providerId="AD" clId="Web-{EEF1CBDC-00CE-90A2-09A2-2EABDAC152FA}" dt="2026-09-21T23:58:24.987" v="13" actId="20577"/>
        <pc:sldMkLst>
          <pc:docMk/>
          <pc:sldMk cId="3329229924" sldId="265"/>
        </pc:sldMkLst>
        <pc:spChg chg="mod">
          <ac:chgData name="Han My Luu" userId="S::luum@purdue.edu::565587ec-ec54-4599-8f51-22e274b7a5df" providerId="AD" clId="Web-{EEF1CBDC-00CE-90A2-09A2-2EABDAC152FA}" dt="2026-09-21T23:58:24.987" v="13" actId="20577"/>
          <ac:spMkLst>
            <pc:docMk/>
            <pc:sldMk cId="3329229924" sldId="265"/>
            <ac:spMk id="3" creationId="{091AC5C6-6DDB-17BF-ACE6-43E329A0C962}"/>
          </ac:spMkLst>
        </pc:spChg>
      </pc:sldChg>
    </pc:docChg>
  </pc:docChgLst>
  <pc:docChgLst>
    <pc:chgData name="Han My Luu" userId="S::luum@purdue.edu::565587ec-ec54-4599-8f51-22e274b7a5df" providerId="AD" clId="Web-{5788050D-08CD-BF8A-306F-3F0DCAA9B80B}"/>
    <pc:docChg chg="addSld modSld">
      <pc:chgData name="Han My Luu" userId="S::luum@purdue.edu::565587ec-ec54-4599-8f51-22e274b7a5df" providerId="AD" clId="Web-{5788050D-08CD-BF8A-306F-3F0DCAA9B80B}" dt="2026-09-21T06:54:22.949" v="147" actId="20577"/>
      <pc:docMkLst>
        <pc:docMk/>
      </pc:docMkLst>
      <pc:sldChg chg="addSp delSp modSp">
        <pc:chgData name="Han My Luu" userId="S::luum@purdue.edu::565587ec-ec54-4599-8f51-22e274b7a5df" providerId="AD" clId="Web-{5788050D-08CD-BF8A-306F-3F0DCAA9B80B}" dt="2026-09-21T06:31:53.953" v="17" actId="20577"/>
        <pc:sldMkLst>
          <pc:docMk/>
          <pc:sldMk cId="2517365184" sldId="261"/>
        </pc:sldMkLst>
        <pc:spChg chg="mod">
          <ac:chgData name="Han My Luu" userId="S::luum@purdue.edu::565587ec-ec54-4599-8f51-22e274b7a5df" providerId="AD" clId="Web-{5788050D-08CD-BF8A-306F-3F0DCAA9B80B}" dt="2026-09-21T06:31:53.953" v="17" actId="20577"/>
          <ac:spMkLst>
            <pc:docMk/>
            <pc:sldMk cId="2517365184" sldId="261"/>
            <ac:spMk id="3" creationId="{20E10CBB-1FD4-137F-9264-A95646616A29}"/>
          </ac:spMkLst>
        </pc:spChg>
        <pc:picChg chg="del">
          <ac:chgData name="Han My Luu" userId="S::luum@purdue.edu::565587ec-ec54-4599-8f51-22e274b7a5df" providerId="AD" clId="Web-{5788050D-08CD-BF8A-306F-3F0DCAA9B80B}" dt="2026-09-21T06:31:34.640" v="11"/>
          <ac:picMkLst>
            <pc:docMk/>
            <pc:sldMk cId="2517365184" sldId="261"/>
            <ac:picMk id="5" creationId="{8B5AF78B-7A6D-6CFF-7EEA-8B19E60CCAD5}"/>
          </ac:picMkLst>
        </pc:picChg>
        <pc:picChg chg="add mod ord modCrop">
          <ac:chgData name="Han My Luu" userId="S::luum@purdue.edu::565587ec-ec54-4599-8f51-22e274b7a5df" providerId="AD" clId="Web-{5788050D-08CD-BF8A-306F-3F0DCAA9B80B}" dt="2026-09-21T06:31:33.234" v="10"/>
          <ac:picMkLst>
            <pc:docMk/>
            <pc:sldMk cId="2517365184" sldId="261"/>
            <ac:picMk id="7" creationId="{EEB6295F-4BC6-2548-D08C-5F004587301A}"/>
          </ac:picMkLst>
        </pc:picChg>
      </pc:sldChg>
      <pc:sldChg chg="modSp new">
        <pc:chgData name="Han My Luu" userId="S::luum@purdue.edu::565587ec-ec54-4599-8f51-22e274b7a5df" providerId="AD" clId="Web-{5788050D-08CD-BF8A-306F-3F0DCAA9B80B}" dt="2026-09-21T06:48:03.646" v="99" actId="20577"/>
        <pc:sldMkLst>
          <pc:docMk/>
          <pc:sldMk cId="3602956302" sldId="262"/>
        </pc:sldMkLst>
        <pc:spChg chg="mod">
          <ac:chgData name="Han My Luu" userId="S::luum@purdue.edu::565587ec-ec54-4599-8f51-22e274b7a5df" providerId="AD" clId="Web-{5788050D-08CD-BF8A-306F-3F0DCAA9B80B}" dt="2026-09-21T06:44:45.288" v="25" actId="20577"/>
          <ac:spMkLst>
            <pc:docMk/>
            <pc:sldMk cId="3602956302" sldId="262"/>
            <ac:spMk id="2" creationId="{23ED5CFF-6335-BAFC-D0EC-9420249A2CCE}"/>
          </ac:spMkLst>
        </pc:spChg>
        <pc:spChg chg="mod">
          <ac:chgData name="Han My Luu" userId="S::luum@purdue.edu::565587ec-ec54-4599-8f51-22e274b7a5df" providerId="AD" clId="Web-{5788050D-08CD-BF8A-306F-3F0DCAA9B80B}" dt="2026-09-21T06:48:03.646" v="99" actId="20577"/>
          <ac:spMkLst>
            <pc:docMk/>
            <pc:sldMk cId="3602956302" sldId="262"/>
            <ac:spMk id="3" creationId="{104AB73B-7706-8BBA-680A-78890C8B2E30}"/>
          </ac:spMkLst>
        </pc:spChg>
      </pc:sldChg>
      <pc:sldChg chg="modSp new">
        <pc:chgData name="Han My Luu" userId="S::luum@purdue.edu::565587ec-ec54-4599-8f51-22e274b7a5df" providerId="AD" clId="Web-{5788050D-08CD-BF8A-306F-3F0DCAA9B80B}" dt="2026-09-21T06:51:57.668" v="114" actId="20577"/>
        <pc:sldMkLst>
          <pc:docMk/>
          <pc:sldMk cId="2599261978" sldId="263"/>
        </pc:sldMkLst>
        <pc:spChg chg="mod">
          <ac:chgData name="Han My Luu" userId="S::luum@purdue.edu::565587ec-ec54-4599-8f51-22e274b7a5df" providerId="AD" clId="Web-{5788050D-08CD-BF8A-306F-3F0DCAA9B80B}" dt="2026-09-21T06:50:18.840" v="107" actId="20577"/>
          <ac:spMkLst>
            <pc:docMk/>
            <pc:sldMk cId="2599261978" sldId="263"/>
            <ac:spMk id="2" creationId="{DCED7CC0-ACDA-5AA8-B480-C8420BADC743}"/>
          </ac:spMkLst>
        </pc:spChg>
        <pc:spChg chg="mod">
          <ac:chgData name="Han My Luu" userId="S::luum@purdue.edu::565587ec-ec54-4599-8f51-22e274b7a5df" providerId="AD" clId="Web-{5788050D-08CD-BF8A-306F-3F0DCAA9B80B}" dt="2026-09-21T06:51:57.668" v="114" actId="20577"/>
          <ac:spMkLst>
            <pc:docMk/>
            <pc:sldMk cId="2599261978" sldId="263"/>
            <ac:spMk id="3" creationId="{9C6D1EE2-52E2-CF3D-1FFB-023F90409010}"/>
          </ac:spMkLst>
        </pc:spChg>
      </pc:sldChg>
      <pc:sldChg chg="modSp new">
        <pc:chgData name="Han My Luu" userId="S::luum@purdue.edu::565587ec-ec54-4599-8f51-22e274b7a5df" providerId="AD" clId="Web-{5788050D-08CD-BF8A-306F-3F0DCAA9B80B}" dt="2026-09-21T06:54:22.949" v="147" actId="20577"/>
        <pc:sldMkLst>
          <pc:docMk/>
          <pc:sldMk cId="3234523658" sldId="264"/>
        </pc:sldMkLst>
        <pc:spChg chg="mod">
          <ac:chgData name="Han My Luu" userId="S::luum@purdue.edu::565587ec-ec54-4599-8f51-22e274b7a5df" providerId="AD" clId="Web-{5788050D-08CD-BF8A-306F-3F0DCAA9B80B}" dt="2026-09-21T06:54:22.949" v="147" actId="20577"/>
          <ac:spMkLst>
            <pc:docMk/>
            <pc:sldMk cId="3234523658" sldId="264"/>
            <ac:spMk id="2" creationId="{ECFB80B7-837A-E41B-4C03-44C3B9CA4809}"/>
          </ac:spMkLst>
        </pc:spChg>
        <pc:spChg chg="mod">
          <ac:chgData name="Han My Luu" userId="S::luum@purdue.edu::565587ec-ec54-4599-8f51-22e274b7a5df" providerId="AD" clId="Web-{5788050D-08CD-BF8A-306F-3F0DCAA9B80B}" dt="2026-09-21T06:54:00.418" v="144" actId="20577"/>
          <ac:spMkLst>
            <pc:docMk/>
            <pc:sldMk cId="3234523658" sldId="264"/>
            <ac:spMk id="3" creationId="{5B2F04D7-973A-4443-9C10-50AA9059EA5C}"/>
          </ac:spMkLst>
        </pc:spChg>
      </pc:sldChg>
    </pc:docChg>
  </pc:docChgLst>
  <pc:docChgLst>
    <pc:chgData name="Lauren M Durbin" userId="S::durbin7@purdue.edu::d560404e-a62e-4114-ac4c-aeae76459b26" providerId="AD" clId="Web-{82B95AE9-0D5E-8F99-AF0F-BB2DC5C3F48E}"/>
    <pc:docChg chg="addSld modSld sldOrd">
      <pc:chgData name="Lauren M Durbin" userId="S::durbin7@purdue.edu::d560404e-a62e-4114-ac4c-aeae76459b26" providerId="AD" clId="Web-{82B95AE9-0D5E-8F99-AF0F-BB2DC5C3F48E}" dt="2026-09-21T00:35:55.356" v="407" actId="1076"/>
      <pc:docMkLst>
        <pc:docMk/>
      </pc:docMkLst>
      <pc:sldChg chg="modSp">
        <pc:chgData name="Lauren M Durbin" userId="S::durbin7@purdue.edu::d560404e-a62e-4114-ac4c-aeae76459b26" providerId="AD" clId="Web-{82B95AE9-0D5E-8F99-AF0F-BB2DC5C3F48E}" dt="2026-09-21T00:19:52.235" v="294" actId="20577"/>
        <pc:sldMkLst>
          <pc:docMk/>
          <pc:sldMk cId="3389838864" sldId="257"/>
        </pc:sldMkLst>
        <pc:spChg chg="mod">
          <ac:chgData name="Lauren M Durbin" userId="S::durbin7@purdue.edu::d560404e-a62e-4114-ac4c-aeae76459b26" providerId="AD" clId="Web-{82B95AE9-0D5E-8F99-AF0F-BB2DC5C3F48E}" dt="2026-09-21T00:14:57.908" v="221" actId="20577"/>
          <ac:spMkLst>
            <pc:docMk/>
            <pc:sldMk cId="3389838864" sldId="257"/>
            <ac:spMk id="2" creationId="{B4B097C5-0602-7E70-DD5E-97092D33AE53}"/>
          </ac:spMkLst>
        </pc:spChg>
        <pc:spChg chg="mod">
          <ac:chgData name="Lauren M Durbin" userId="S::durbin7@purdue.edu::d560404e-a62e-4114-ac4c-aeae76459b26" providerId="AD" clId="Web-{82B95AE9-0D5E-8F99-AF0F-BB2DC5C3F48E}" dt="2026-09-21T00:19:52.235" v="294" actId="20577"/>
          <ac:spMkLst>
            <pc:docMk/>
            <pc:sldMk cId="3389838864" sldId="257"/>
            <ac:spMk id="3" creationId="{951BF7D7-E53B-BE2D-1A69-91E9644F118A}"/>
          </ac:spMkLst>
        </pc:spChg>
      </pc:sldChg>
      <pc:sldChg chg="add replId">
        <pc:chgData name="Lauren M Durbin" userId="S::durbin7@purdue.edu::d560404e-a62e-4114-ac4c-aeae76459b26" providerId="AD" clId="Web-{82B95AE9-0D5E-8F99-AF0F-BB2DC5C3F48E}" dt="2026-09-21T00:09:27.456" v="0"/>
        <pc:sldMkLst>
          <pc:docMk/>
          <pc:sldMk cId="3917991688" sldId="259"/>
        </pc:sldMkLst>
      </pc:sldChg>
      <pc:sldChg chg="modSp add ord replId">
        <pc:chgData name="Lauren M Durbin" userId="S::durbin7@purdue.edu::d560404e-a62e-4114-ac4c-aeae76459b26" providerId="AD" clId="Web-{82B95AE9-0D5E-8F99-AF0F-BB2DC5C3F48E}" dt="2026-09-21T00:14:50.408" v="217" actId="20577"/>
        <pc:sldMkLst>
          <pc:docMk/>
          <pc:sldMk cId="449759666" sldId="260"/>
        </pc:sldMkLst>
        <pc:spChg chg="mod">
          <ac:chgData name="Lauren M Durbin" userId="S::durbin7@purdue.edu::d560404e-a62e-4114-ac4c-aeae76459b26" providerId="AD" clId="Web-{82B95AE9-0D5E-8F99-AF0F-BB2DC5C3F48E}" dt="2026-09-21T00:13:00.611" v="131" actId="20577"/>
          <ac:spMkLst>
            <pc:docMk/>
            <pc:sldMk cId="449759666" sldId="260"/>
            <ac:spMk id="2" creationId="{D2755DC6-0158-5753-5E56-8AD261CB31D3}"/>
          </ac:spMkLst>
        </pc:spChg>
        <pc:spChg chg="mod">
          <ac:chgData name="Lauren M Durbin" userId="S::durbin7@purdue.edu::d560404e-a62e-4114-ac4c-aeae76459b26" providerId="AD" clId="Web-{82B95AE9-0D5E-8F99-AF0F-BB2DC5C3F48E}" dt="2026-09-21T00:14:50.408" v="217" actId="20577"/>
          <ac:spMkLst>
            <pc:docMk/>
            <pc:sldMk cId="449759666" sldId="260"/>
            <ac:spMk id="3" creationId="{087456B1-5175-4708-60D5-21855BFAE53B}"/>
          </ac:spMkLst>
        </pc:spChg>
      </pc:sldChg>
      <pc:sldChg chg="addSp delSp modSp add ord replId">
        <pc:chgData name="Lauren M Durbin" userId="S::durbin7@purdue.edu::d560404e-a62e-4114-ac4c-aeae76459b26" providerId="AD" clId="Web-{82B95AE9-0D5E-8F99-AF0F-BB2DC5C3F48E}" dt="2026-09-21T00:35:55.356" v="407" actId="1076"/>
        <pc:sldMkLst>
          <pc:docMk/>
          <pc:sldMk cId="2517365184" sldId="261"/>
        </pc:sldMkLst>
        <pc:spChg chg="mod">
          <ac:chgData name="Lauren M Durbin" userId="S::durbin7@purdue.edu::d560404e-a62e-4114-ac4c-aeae76459b26" providerId="AD" clId="Web-{82B95AE9-0D5E-8F99-AF0F-BB2DC5C3F48E}" dt="2026-09-21T00:20:03.047" v="304" actId="20577"/>
          <ac:spMkLst>
            <pc:docMk/>
            <pc:sldMk cId="2517365184" sldId="261"/>
            <ac:spMk id="2" creationId="{3EAD5BB5-1C32-4B49-81EB-C784F8DDB894}"/>
          </ac:spMkLst>
        </pc:spChg>
        <pc:spChg chg="mod">
          <ac:chgData name="Lauren M Durbin" userId="S::durbin7@purdue.edu::d560404e-a62e-4114-ac4c-aeae76459b26" providerId="AD" clId="Web-{82B95AE9-0D5E-8F99-AF0F-BB2DC5C3F48E}" dt="2026-09-21T00:35:45.074" v="405" actId="20577"/>
          <ac:spMkLst>
            <pc:docMk/>
            <pc:sldMk cId="2517365184" sldId="261"/>
            <ac:spMk id="3" creationId="{20E10CBB-1FD4-137F-9264-A95646616A29}"/>
          </ac:spMkLst>
        </pc:spChg>
        <pc:spChg chg="add mod">
          <ac:chgData name="Lauren M Durbin" userId="S::durbin7@purdue.edu::d560404e-a62e-4114-ac4c-aeae76459b26" providerId="AD" clId="Web-{82B95AE9-0D5E-8F99-AF0F-BB2DC5C3F48E}" dt="2026-09-21T00:35:29.762" v="397" actId="20577"/>
          <ac:spMkLst>
            <pc:docMk/>
            <pc:sldMk cId="2517365184" sldId="261"/>
            <ac:spMk id="8" creationId="{3C1E0418-7DCC-9F9D-6D6B-8FBDC5E456CB}"/>
          </ac:spMkLst>
        </pc:spChg>
        <pc:spChg chg="add mod">
          <ac:chgData name="Lauren M Durbin" userId="S::durbin7@purdue.edu::d560404e-a62e-4114-ac4c-aeae76459b26" providerId="AD" clId="Web-{82B95AE9-0D5E-8F99-AF0F-BB2DC5C3F48E}" dt="2026-09-21T00:35:55.356" v="407" actId="1076"/>
          <ac:spMkLst>
            <pc:docMk/>
            <pc:sldMk cId="2517365184" sldId="261"/>
            <ac:spMk id="10" creationId="{169EC7A9-7D6A-6EEB-CF5C-47D4D33A1544}"/>
          </ac:spMkLst>
        </pc:spChg>
        <pc:spChg chg="add del mod">
          <ac:chgData name="Lauren M Durbin" userId="S::durbin7@purdue.edu::d560404e-a62e-4114-ac4c-aeae76459b26" providerId="AD" clId="Web-{82B95AE9-0D5E-8F99-AF0F-BB2DC5C3F48E}" dt="2026-09-21T00:34:47.325" v="381"/>
          <ac:spMkLst>
            <pc:docMk/>
            <pc:sldMk cId="2517365184" sldId="261"/>
            <ac:spMk id="11" creationId="{7E54A6DB-2460-ADD1-AC0E-A9AA252E175F}"/>
          </ac:spMkLst>
        </pc:spChg>
        <pc:picChg chg="add mod modCrop">
          <ac:chgData name="Lauren M Durbin" userId="S::durbin7@purdue.edu::d560404e-a62e-4114-ac4c-aeae76459b26" providerId="AD" clId="Web-{82B95AE9-0D5E-8F99-AF0F-BB2DC5C3F48E}" dt="2026-09-21T00:32:28.372" v="376"/>
          <ac:picMkLst>
            <pc:docMk/>
            <pc:sldMk cId="2517365184" sldId="261"/>
            <ac:picMk id="4" creationId="{1EC96F4C-35DF-B7F2-75E4-FE1478CB228F}"/>
          </ac:picMkLst>
        </pc:picChg>
        <pc:picChg chg="add mod">
          <ac:chgData name="Lauren M Durbin" userId="S::durbin7@purdue.edu::d560404e-a62e-4114-ac4c-aeae76459b26" providerId="AD" clId="Web-{82B95AE9-0D5E-8F99-AF0F-BB2DC5C3F48E}" dt="2026-09-21T00:29:07.607" v="324" actId="1076"/>
          <ac:picMkLst>
            <pc:docMk/>
            <pc:sldMk cId="2517365184" sldId="261"/>
            <ac:picMk id="5" creationId="{8B5AF78B-7A6D-6CFF-7EEA-8B19E60CCAD5}"/>
          </ac:picMkLst>
        </pc:picChg>
        <pc:picChg chg="add mod">
          <ac:chgData name="Lauren M Durbin" userId="S::durbin7@purdue.edu::d560404e-a62e-4114-ac4c-aeae76459b26" providerId="AD" clId="Web-{82B95AE9-0D5E-8F99-AF0F-BB2DC5C3F48E}" dt="2026-09-21T00:28:57.748" v="321" actId="1076"/>
          <ac:picMkLst>
            <pc:docMk/>
            <pc:sldMk cId="2517365184" sldId="261"/>
            <ac:picMk id="6" creationId="{AE845542-A209-776D-8E5A-AD6EE2430CCA}"/>
          </ac:picMkLst>
        </pc:picChg>
      </pc:sldChg>
    </pc:docChg>
  </pc:docChgLst>
  <pc:docChgLst>
    <pc:chgData name="Preksha Ronak Shah" userId="S::shah880@purdue.edu::ec7e1a3a-5a49-47c2-bba7-acf118129a04" providerId="AD" clId="Web-{703E457C-15EF-E384-E37E-BFEC180D45C6}"/>
    <pc:docChg chg="addSld modSld addMainMaster delMainMaster">
      <pc:chgData name="Preksha Ronak Shah" userId="S::shah880@purdue.edu::ec7e1a3a-5a49-47c2-bba7-acf118129a04" providerId="AD" clId="Web-{703E457C-15EF-E384-E37E-BFEC180D45C6}" dt="2026-09-20T13:21:13.046" v="198"/>
      <pc:docMkLst>
        <pc:docMk/>
      </pc:docMkLst>
      <pc:sldChg chg="addSp delSp modSp mod setBg modClrScheme addAnim modAnim setClrOvrMap chgLayout">
        <pc:chgData name="Preksha Ronak Shah" userId="S::shah880@purdue.edu::ec7e1a3a-5a49-47c2-bba7-acf118129a04" providerId="AD" clId="Web-{703E457C-15EF-E384-E37E-BFEC180D45C6}" dt="2026-09-20T13:21:13.046" v="198"/>
        <pc:sldMkLst>
          <pc:docMk/>
          <pc:sldMk cId="109857222" sldId="256"/>
        </pc:sldMkLst>
        <pc:spChg chg="mod">
          <ac:chgData name="Preksha Ronak Shah" userId="S::shah880@purdue.edu::ec7e1a3a-5a49-47c2-bba7-acf118129a04" providerId="AD" clId="Web-{703E457C-15EF-E384-E37E-BFEC180D45C6}" dt="2026-09-20T13:04:49.309" v="3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Preksha Ronak Shah" userId="S::shah880@purdue.edu::ec7e1a3a-5a49-47c2-bba7-acf118129a04" providerId="AD" clId="Web-{703E457C-15EF-E384-E37E-BFEC180D45C6}" dt="2026-09-20T13:05:46.487" v="57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Preksha Ronak Shah" userId="S::shah880@purdue.edu::ec7e1a3a-5a49-47c2-bba7-acf118129a04" providerId="AD" clId="Web-{703E457C-15EF-E384-E37E-BFEC180D45C6}" dt="2026-09-20T13:04:36.606" v="31"/>
          <ac:spMkLst>
            <pc:docMk/>
            <pc:sldMk cId="109857222" sldId="256"/>
            <ac:spMk id="18" creationId="{14D27876-614E-CCD5-5142-A650DBF0B099}"/>
          </ac:spMkLst>
        </pc:spChg>
        <pc:picChg chg="add mod ord">
          <ac:chgData name="Preksha Ronak Shah" userId="S::shah880@purdue.edu::ec7e1a3a-5a49-47c2-bba7-acf118129a04" providerId="AD" clId="Web-{703E457C-15EF-E384-E37E-BFEC180D45C6}" dt="2026-09-20T13:04:36.606" v="31"/>
          <ac:picMkLst>
            <pc:docMk/>
            <pc:sldMk cId="109857222" sldId="256"/>
            <ac:picMk id="4" creationId="{21E02B9D-DC20-665A-B57A-BF51267AB7D0}"/>
          </ac:picMkLst>
        </pc:picChg>
      </pc:sldChg>
      <pc:sldChg chg="modSp new">
        <pc:chgData name="Preksha Ronak Shah" userId="S::shah880@purdue.edu::ec7e1a3a-5a49-47c2-bba7-acf118129a04" providerId="AD" clId="Web-{703E457C-15EF-E384-E37E-BFEC180D45C6}" dt="2026-09-20T13:15:00.213" v="149" actId="20577"/>
        <pc:sldMkLst>
          <pc:docMk/>
          <pc:sldMk cId="3389838864" sldId="257"/>
        </pc:sldMkLst>
        <pc:spChg chg="mod">
          <ac:chgData name="Preksha Ronak Shah" userId="S::shah880@purdue.edu::ec7e1a3a-5a49-47c2-bba7-acf118129a04" providerId="AD" clId="Web-{703E457C-15EF-E384-E37E-BFEC180D45C6}" dt="2026-09-20T13:10:34.147" v="90" actId="20577"/>
          <ac:spMkLst>
            <pc:docMk/>
            <pc:sldMk cId="3389838864" sldId="257"/>
            <ac:spMk id="2" creationId="{B4B097C5-0602-7E70-DD5E-97092D33AE53}"/>
          </ac:spMkLst>
        </pc:spChg>
        <pc:spChg chg="mod">
          <ac:chgData name="Preksha Ronak Shah" userId="S::shah880@purdue.edu::ec7e1a3a-5a49-47c2-bba7-acf118129a04" providerId="AD" clId="Web-{703E457C-15EF-E384-E37E-BFEC180D45C6}" dt="2026-09-20T13:15:00.213" v="149" actId="20577"/>
          <ac:spMkLst>
            <pc:docMk/>
            <pc:sldMk cId="3389838864" sldId="257"/>
            <ac:spMk id="3" creationId="{951BF7D7-E53B-BE2D-1A69-91E9644F118A}"/>
          </ac:spMkLst>
        </pc:spChg>
      </pc:sldChg>
      <pc:sldChg chg="modSp new">
        <pc:chgData name="Preksha Ronak Shah" userId="S::shah880@purdue.edu::ec7e1a3a-5a49-47c2-bba7-acf118129a04" providerId="AD" clId="Web-{703E457C-15EF-E384-E37E-BFEC180D45C6}" dt="2026-09-20T13:17:05.370" v="195" actId="20577"/>
        <pc:sldMkLst>
          <pc:docMk/>
          <pc:sldMk cId="870308111" sldId="258"/>
        </pc:sldMkLst>
        <pc:spChg chg="mod">
          <ac:chgData name="Preksha Ronak Shah" userId="S::shah880@purdue.edu::ec7e1a3a-5a49-47c2-bba7-acf118129a04" providerId="AD" clId="Web-{703E457C-15EF-E384-E37E-BFEC180D45C6}" dt="2026-09-20T13:17:05.370" v="195" actId="20577"/>
          <ac:spMkLst>
            <pc:docMk/>
            <pc:sldMk cId="870308111" sldId="258"/>
            <ac:spMk id="2" creationId="{9DC28484-1EC7-AF2D-9C5F-7F9420E1F529}"/>
          </ac:spMkLst>
        </pc:spChg>
        <pc:spChg chg="mod">
          <ac:chgData name="Preksha Ronak Shah" userId="S::shah880@purdue.edu::ec7e1a3a-5a49-47c2-bba7-acf118129a04" providerId="AD" clId="Web-{703E457C-15EF-E384-E37E-BFEC180D45C6}" dt="2026-09-20T13:16:25.089" v="192" actId="20577"/>
          <ac:spMkLst>
            <pc:docMk/>
            <pc:sldMk cId="870308111" sldId="258"/>
            <ac:spMk id="3" creationId="{32368A4E-C3EF-A345-546D-06A581A6F49C}"/>
          </ac:spMkLst>
        </pc:spChg>
      </pc:sldChg>
      <pc:sldMasterChg chg="add addSldLayout">
        <pc:chgData name="Preksha Ronak Shah" userId="S::shah880@purdue.edu::ec7e1a3a-5a49-47c2-bba7-acf118129a04" providerId="AD" clId="Web-{703E457C-15EF-E384-E37E-BFEC180D45C6}" dt="2026-09-20T13:04:36.606" v="31"/>
        <pc:sldMasterMkLst>
          <pc:docMk/>
          <pc:sldMasterMk cId="3215066022" sldId="2147483708"/>
        </pc:sldMasterMkLst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2857173270" sldId="2147483697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1848723180" sldId="2147483698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189251678" sldId="2147483699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4155792007" sldId="2147483700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3499402434" sldId="2147483701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407474994" sldId="2147483702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706830740" sldId="2147483703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3970925594" sldId="2147483704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4062804724" sldId="2147483705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326723674" sldId="2147483706"/>
          </pc:sldLayoutMkLst>
        </pc:sldLayoutChg>
        <pc:sldLayoutChg chg="add">
          <pc:chgData name="Preksha Ronak Shah" userId="S::shah880@purdue.edu::ec7e1a3a-5a49-47c2-bba7-acf118129a04" providerId="AD" clId="Web-{703E457C-15EF-E384-E37E-BFEC180D45C6}" dt="2026-09-20T13:04:36.606" v="31"/>
          <pc:sldLayoutMkLst>
            <pc:docMk/>
            <pc:sldMasterMk cId="3215066022" sldId="2147483708"/>
            <pc:sldLayoutMk cId="617654026" sldId="2147483707"/>
          </pc:sldLayoutMkLst>
        </pc:sldLayoutChg>
      </pc:sldMasterChg>
    </pc:docChg>
  </pc:docChgLst>
  <pc:docChgLst>
    <pc:chgData name="Preksha Ronak Shah" userId="S::shah880@purdue.edu::ec7e1a3a-5a49-47c2-bba7-acf118129a04" providerId="AD" clId="Web-{82D9E95D-C5B3-B220-1917-08ABDABFB992}"/>
    <pc:docChg chg="modSld">
      <pc:chgData name="Preksha Ronak Shah" userId="S::shah880@purdue.edu::ec7e1a3a-5a49-47c2-bba7-acf118129a04" providerId="AD" clId="Web-{82D9E95D-C5B3-B220-1917-08ABDABFB992}" dt="2026-09-21T00:45:31.888" v="10" actId="20577"/>
      <pc:docMkLst>
        <pc:docMk/>
      </pc:docMkLst>
      <pc:sldChg chg="addSp delSp modSp">
        <pc:chgData name="Preksha Ronak Shah" userId="S::shah880@purdue.edu::ec7e1a3a-5a49-47c2-bba7-acf118129a04" providerId="AD" clId="Web-{82D9E95D-C5B3-B220-1917-08ABDABFB992}" dt="2026-09-21T00:45:31.888" v="10" actId="20577"/>
        <pc:sldMkLst>
          <pc:docMk/>
          <pc:sldMk cId="2517365184" sldId="261"/>
        </pc:sldMkLst>
        <pc:spChg chg="mod">
          <ac:chgData name="Preksha Ronak Shah" userId="S::shah880@purdue.edu::ec7e1a3a-5a49-47c2-bba7-acf118129a04" providerId="AD" clId="Web-{82D9E95D-C5B3-B220-1917-08ABDABFB992}" dt="2026-09-21T00:45:31.888" v="10" actId="20577"/>
          <ac:spMkLst>
            <pc:docMk/>
            <pc:sldMk cId="2517365184" sldId="261"/>
            <ac:spMk id="10" creationId="{169EC7A9-7D6A-6EEB-CF5C-47D4D33A1544}"/>
          </ac:spMkLst>
        </pc:spChg>
        <pc:picChg chg="add del mod">
          <ac:chgData name="Preksha Ronak Shah" userId="S::shah880@purdue.edu::ec7e1a3a-5a49-47c2-bba7-acf118129a04" providerId="AD" clId="Web-{82D9E95D-C5B3-B220-1917-08ABDABFB992}" dt="2026-09-21T00:44:51.074" v="2"/>
          <ac:picMkLst>
            <pc:docMk/>
            <pc:sldMk cId="2517365184" sldId="261"/>
            <ac:picMk id="4" creationId="{1EC96F4C-35DF-B7F2-75E4-FE1478CB228F}"/>
          </ac:picMkLst>
        </pc:picChg>
      </pc:sldChg>
    </pc:docChg>
  </pc:docChgLst>
  <pc:docChgLst>
    <pc:chgData name="Preksha Ronak Shah" userId="S::shah880@purdue.edu::ec7e1a3a-5a49-47c2-bba7-acf118129a04" providerId="AD" clId="Web-{A439B870-B3BE-8A85-7B29-7B6012588ECA}"/>
    <pc:docChg chg="modSld">
      <pc:chgData name="Preksha Ronak Shah" userId="S::shah880@purdue.edu::ec7e1a3a-5a49-47c2-bba7-acf118129a04" providerId="AD" clId="Web-{A439B870-B3BE-8A85-7B29-7B6012588ECA}" dt="2026-09-22T17:05:38.976" v="38" actId="20577"/>
      <pc:docMkLst>
        <pc:docMk/>
      </pc:docMkLst>
      <pc:sldChg chg="modSp">
        <pc:chgData name="Preksha Ronak Shah" userId="S::shah880@purdue.edu::ec7e1a3a-5a49-47c2-bba7-acf118129a04" providerId="AD" clId="Web-{A439B870-B3BE-8A85-7B29-7B6012588ECA}" dt="2026-09-22T17:05:38.976" v="38" actId="20577"/>
        <pc:sldMkLst>
          <pc:docMk/>
          <pc:sldMk cId="3917991688" sldId="259"/>
        </pc:sldMkLst>
        <pc:spChg chg="mod">
          <ac:chgData name="Preksha Ronak Shah" userId="S::shah880@purdue.edu::ec7e1a3a-5a49-47c2-bba7-acf118129a04" providerId="AD" clId="Web-{A439B870-B3BE-8A85-7B29-7B6012588ECA}" dt="2026-09-22T17:05:38.976" v="38" actId="20577"/>
          <ac:spMkLst>
            <pc:docMk/>
            <pc:sldMk cId="3917991688" sldId="259"/>
            <ac:spMk id="3" creationId="{CDF52168-7F36-44B8-3DD7-2AB1F671824D}"/>
          </ac:spMkLst>
        </pc:spChg>
      </pc:sldChg>
    </pc:docChg>
  </pc:docChgLst>
  <pc:docChgLst>
    <pc:chgData name="Preksha Ronak Shah" userId="S::shah880@purdue.edu::ec7e1a3a-5a49-47c2-bba7-acf118129a04" providerId="AD" clId="Web-{8C38A807-6BE4-0541-58D3-A8D40807B650}"/>
    <pc:docChg chg="modSld">
      <pc:chgData name="Preksha Ronak Shah" userId="S::shah880@purdue.edu::ec7e1a3a-5a49-47c2-bba7-acf118129a04" providerId="AD" clId="Web-{8C38A807-6BE4-0541-58D3-A8D40807B650}" dt="2026-09-22T17:35:26.852" v="3"/>
      <pc:docMkLst>
        <pc:docMk/>
      </pc:docMkLst>
      <pc:sldChg chg="addSp modSp mod setBg">
        <pc:chgData name="Preksha Ronak Shah" userId="S::shah880@purdue.edu::ec7e1a3a-5a49-47c2-bba7-acf118129a04" providerId="AD" clId="Web-{8C38A807-6BE4-0541-58D3-A8D40807B650}" dt="2026-09-22T17:33:53.723" v="1"/>
        <pc:sldMkLst>
          <pc:docMk/>
          <pc:sldMk cId="3389838864" sldId="257"/>
        </pc:sldMkLst>
        <pc:spChg chg="mod">
          <ac:chgData name="Preksha Ronak Shah" userId="S::shah880@purdue.edu::ec7e1a3a-5a49-47c2-bba7-acf118129a04" providerId="AD" clId="Web-{8C38A807-6BE4-0541-58D3-A8D40807B650}" dt="2026-09-22T17:33:53.723" v="1"/>
          <ac:spMkLst>
            <pc:docMk/>
            <pc:sldMk cId="3389838864" sldId="257"/>
            <ac:spMk id="2" creationId="{B4B097C5-0602-7E70-DD5E-97092D33AE53}"/>
          </ac:spMkLst>
        </pc:spChg>
        <pc:spChg chg="mod">
          <ac:chgData name="Preksha Ronak Shah" userId="S::shah880@purdue.edu::ec7e1a3a-5a49-47c2-bba7-acf118129a04" providerId="AD" clId="Web-{8C38A807-6BE4-0541-58D3-A8D40807B650}" dt="2026-09-22T17:33:53.723" v="1"/>
          <ac:spMkLst>
            <pc:docMk/>
            <pc:sldMk cId="3389838864" sldId="257"/>
            <ac:spMk id="3" creationId="{951BF7D7-E53B-BE2D-1A69-91E9644F118A}"/>
          </ac:spMkLst>
        </pc:spChg>
        <pc:spChg chg="add">
          <ac:chgData name="Preksha Ronak Shah" userId="S::shah880@purdue.edu::ec7e1a3a-5a49-47c2-bba7-acf118129a04" providerId="AD" clId="Web-{8C38A807-6BE4-0541-58D3-A8D40807B650}" dt="2026-09-22T17:33:53.723" v="1"/>
          <ac:spMkLst>
            <pc:docMk/>
            <pc:sldMk cId="3389838864" sldId="257"/>
            <ac:spMk id="9" creationId="{2961259D-605E-E200-FF9F-7C8C71D7C8E4}"/>
          </ac:spMkLst>
        </pc:spChg>
        <pc:picChg chg="add">
          <ac:chgData name="Preksha Ronak Shah" userId="S::shah880@purdue.edu::ec7e1a3a-5a49-47c2-bba7-acf118129a04" providerId="AD" clId="Web-{8C38A807-6BE4-0541-58D3-A8D40807B650}" dt="2026-09-22T17:33:53.723" v="1"/>
          <ac:picMkLst>
            <pc:docMk/>
            <pc:sldMk cId="3389838864" sldId="257"/>
            <ac:picMk id="5" creationId="{F2039481-90FD-A028-B776-5AEE6B671DD8}"/>
          </ac:picMkLst>
        </pc:picChg>
      </pc:sldChg>
      <pc:sldChg chg="addSp delSp">
        <pc:chgData name="Preksha Ronak Shah" userId="S::shah880@purdue.edu::ec7e1a3a-5a49-47c2-bba7-acf118129a04" providerId="AD" clId="Web-{8C38A807-6BE4-0541-58D3-A8D40807B650}" dt="2026-09-22T17:35:26.852" v="3"/>
        <pc:sldMkLst>
          <pc:docMk/>
          <pc:sldMk cId="3917991688" sldId="259"/>
        </pc:sldMkLst>
        <pc:spChg chg="del">
          <ac:chgData name="Preksha Ronak Shah" userId="S::shah880@purdue.edu::ec7e1a3a-5a49-47c2-bba7-acf118129a04" providerId="AD" clId="Web-{8C38A807-6BE4-0541-58D3-A8D40807B650}" dt="2026-09-22T17:35:26.852" v="3"/>
          <ac:spMkLst>
            <pc:docMk/>
            <pc:sldMk cId="3917991688" sldId="259"/>
            <ac:spMk id="3" creationId="{CDF52168-7F36-44B8-3DD7-2AB1F671824D}"/>
          </ac:spMkLst>
        </pc:spChg>
        <pc:graphicFrameChg chg="add">
          <ac:chgData name="Preksha Ronak Shah" userId="S::shah880@purdue.edu::ec7e1a3a-5a49-47c2-bba7-acf118129a04" providerId="AD" clId="Web-{8C38A807-6BE4-0541-58D3-A8D40807B650}" dt="2026-09-22T17:35:26.852" v="3"/>
          <ac:graphicFrameMkLst>
            <pc:docMk/>
            <pc:sldMk cId="3917991688" sldId="259"/>
            <ac:graphicFrameMk id="5" creationId="{2FB72478-5E57-992E-75B0-E27C3E18D46C}"/>
          </ac:graphicFrameMkLst>
        </pc:graphicFrameChg>
      </pc:sldChg>
      <pc:sldChg chg="addSp modSp mod setBg">
        <pc:chgData name="Preksha Ronak Shah" userId="S::shah880@purdue.edu::ec7e1a3a-5a49-47c2-bba7-acf118129a04" providerId="AD" clId="Web-{8C38A807-6BE4-0541-58D3-A8D40807B650}" dt="2026-09-22T17:33:26.472" v="0"/>
        <pc:sldMkLst>
          <pc:docMk/>
          <pc:sldMk cId="449759666" sldId="260"/>
        </pc:sldMkLst>
        <pc:spChg chg="mod">
          <ac:chgData name="Preksha Ronak Shah" userId="S::shah880@purdue.edu::ec7e1a3a-5a49-47c2-bba7-acf118129a04" providerId="AD" clId="Web-{8C38A807-6BE4-0541-58D3-A8D40807B650}" dt="2026-09-22T17:33:26.472" v="0"/>
          <ac:spMkLst>
            <pc:docMk/>
            <pc:sldMk cId="449759666" sldId="260"/>
            <ac:spMk id="2" creationId="{D2755DC6-0158-5753-5E56-8AD261CB31D3}"/>
          </ac:spMkLst>
        </pc:spChg>
        <pc:spChg chg="mod">
          <ac:chgData name="Preksha Ronak Shah" userId="S::shah880@purdue.edu::ec7e1a3a-5a49-47c2-bba7-acf118129a04" providerId="AD" clId="Web-{8C38A807-6BE4-0541-58D3-A8D40807B650}" dt="2026-09-22T17:33:26.472" v="0"/>
          <ac:spMkLst>
            <pc:docMk/>
            <pc:sldMk cId="449759666" sldId="260"/>
            <ac:spMk id="3" creationId="{087456B1-5175-4708-60D5-21855BFAE53B}"/>
          </ac:spMkLst>
        </pc:spChg>
        <pc:spChg chg="add">
          <ac:chgData name="Preksha Ronak Shah" userId="S::shah880@purdue.edu::ec7e1a3a-5a49-47c2-bba7-acf118129a04" providerId="AD" clId="Web-{8C38A807-6BE4-0541-58D3-A8D40807B650}" dt="2026-09-22T17:33:26.472" v="0"/>
          <ac:spMkLst>
            <pc:docMk/>
            <pc:sldMk cId="449759666" sldId="260"/>
            <ac:spMk id="10" creationId="{CBB0869A-0BE5-B3E9-F73D-2F3691E4D932}"/>
          </ac:spMkLst>
        </pc:spChg>
        <pc:picChg chg="add">
          <ac:chgData name="Preksha Ronak Shah" userId="S::shah880@purdue.edu::ec7e1a3a-5a49-47c2-bba7-acf118129a04" providerId="AD" clId="Web-{8C38A807-6BE4-0541-58D3-A8D40807B650}" dt="2026-09-22T17:33:26.472" v="0"/>
          <ac:picMkLst>
            <pc:docMk/>
            <pc:sldMk cId="449759666" sldId="260"/>
            <ac:picMk id="7" creationId="{3A9A0EAD-022A-B148-7566-455B34D72E97}"/>
          </ac:picMkLst>
        </pc:picChg>
      </pc:sldChg>
      <pc:sldChg chg="addSp modSp mod setBg">
        <pc:chgData name="Preksha Ronak Shah" userId="S::shah880@purdue.edu::ec7e1a3a-5a49-47c2-bba7-acf118129a04" providerId="AD" clId="Web-{8C38A807-6BE4-0541-58D3-A8D40807B650}" dt="2026-09-22T17:34:21.084" v="2"/>
        <pc:sldMkLst>
          <pc:docMk/>
          <pc:sldMk cId="3602956302" sldId="262"/>
        </pc:sldMkLst>
        <pc:spChg chg="mod">
          <ac:chgData name="Preksha Ronak Shah" userId="S::shah880@purdue.edu::ec7e1a3a-5a49-47c2-bba7-acf118129a04" providerId="AD" clId="Web-{8C38A807-6BE4-0541-58D3-A8D40807B650}" dt="2026-09-22T17:34:21.084" v="2"/>
          <ac:spMkLst>
            <pc:docMk/>
            <pc:sldMk cId="3602956302" sldId="262"/>
            <ac:spMk id="2" creationId="{23ED5CFF-6335-BAFC-D0EC-9420249A2CCE}"/>
          </ac:spMkLst>
        </pc:spChg>
        <pc:spChg chg="mod">
          <ac:chgData name="Preksha Ronak Shah" userId="S::shah880@purdue.edu::ec7e1a3a-5a49-47c2-bba7-acf118129a04" providerId="AD" clId="Web-{8C38A807-6BE4-0541-58D3-A8D40807B650}" dt="2026-09-22T17:34:21.084" v="2"/>
          <ac:spMkLst>
            <pc:docMk/>
            <pc:sldMk cId="3602956302" sldId="262"/>
            <ac:spMk id="3" creationId="{104AB73B-7706-8BBA-680A-78890C8B2E30}"/>
          </ac:spMkLst>
        </pc:spChg>
        <pc:spChg chg="add">
          <ac:chgData name="Preksha Ronak Shah" userId="S::shah880@purdue.edu::ec7e1a3a-5a49-47c2-bba7-acf118129a04" providerId="AD" clId="Web-{8C38A807-6BE4-0541-58D3-A8D40807B650}" dt="2026-09-22T17:34:21.084" v="2"/>
          <ac:spMkLst>
            <pc:docMk/>
            <pc:sldMk cId="3602956302" sldId="262"/>
            <ac:spMk id="10" creationId="{37B65277-82C6-6D08-6DCA-4A7DCC3B7136}"/>
          </ac:spMkLst>
        </pc:spChg>
        <pc:picChg chg="add">
          <ac:chgData name="Preksha Ronak Shah" userId="S::shah880@purdue.edu::ec7e1a3a-5a49-47c2-bba7-acf118129a04" providerId="AD" clId="Web-{8C38A807-6BE4-0541-58D3-A8D40807B650}" dt="2026-09-22T17:34:21.084" v="2"/>
          <ac:picMkLst>
            <pc:docMk/>
            <pc:sldMk cId="3602956302" sldId="262"/>
            <ac:picMk id="7" creationId="{0CFFB4AC-F879-C85D-90BA-A38D032E8E7B}"/>
          </ac:picMkLst>
        </pc:picChg>
      </pc:sldChg>
    </pc:docChg>
  </pc:docChgLst>
  <pc:docChgLst>
    <pc:chgData name="Han My Luu" userId="S::luum@purdue.edu::565587ec-ec54-4599-8f51-22e274b7a5df" providerId="AD" clId="Web-{F93810A5-DEE2-D607-4BFD-7BC6B1F2A029}"/>
    <pc:docChg chg="modSld">
      <pc:chgData name="Han My Luu" userId="S::luum@purdue.edu::565587ec-ec54-4599-8f51-22e274b7a5df" providerId="AD" clId="Web-{F93810A5-DEE2-D607-4BFD-7BC6B1F2A029}" dt="2026-09-15T19:10:22.570" v="6" actId="20577"/>
      <pc:docMkLst>
        <pc:docMk/>
      </pc:docMkLst>
      <pc:sldChg chg="modSp">
        <pc:chgData name="Han My Luu" userId="S::luum@purdue.edu::565587ec-ec54-4599-8f51-22e274b7a5df" providerId="AD" clId="Web-{F93810A5-DEE2-D607-4BFD-7BC6B1F2A029}" dt="2026-09-15T19:10:22.570" v="6" actId="20577"/>
        <pc:sldMkLst>
          <pc:docMk/>
          <pc:sldMk cId="109857222" sldId="256"/>
        </pc:sldMkLst>
        <pc:spChg chg="mod">
          <ac:chgData name="Han My Luu" userId="S::luum@purdue.edu::565587ec-ec54-4599-8f51-22e274b7a5df" providerId="AD" clId="Web-{F93810A5-DEE2-D607-4BFD-7BC6B1F2A029}" dt="2026-09-15T19:10:22.570" v="6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an My Luu" userId="S::luum@purdue.edu::565587ec-ec54-4599-8f51-22e274b7a5df" providerId="AD" clId="Web-{9C32CB78-D189-1D82-3097-BD52B92C865B}"/>
    <pc:docChg chg="addSld modSld sldOrd">
      <pc:chgData name="Han My Luu" userId="S::luum@purdue.edu::565587ec-ec54-4599-8f51-22e274b7a5df" providerId="AD" clId="Web-{9C32CB78-D189-1D82-3097-BD52B92C865B}" dt="2026-09-21T22:00:35.206" v="784" actId="20577"/>
      <pc:docMkLst>
        <pc:docMk/>
      </pc:docMkLst>
      <pc:sldChg chg="ord">
        <pc:chgData name="Han My Luu" userId="S::luum@purdue.edu::565587ec-ec54-4599-8f51-22e274b7a5df" providerId="AD" clId="Web-{9C32CB78-D189-1D82-3097-BD52B92C865B}" dt="2026-09-21T20:45:35.090" v="0"/>
        <pc:sldMkLst>
          <pc:docMk/>
          <pc:sldMk cId="3602956302" sldId="262"/>
        </pc:sldMkLst>
      </pc:sldChg>
      <pc:sldChg chg="addSp delSp modSp mod ord setBg modNotes">
        <pc:chgData name="Han My Luu" userId="S::luum@purdue.edu::565587ec-ec54-4599-8f51-22e274b7a5df" providerId="AD" clId="Web-{9C32CB78-D189-1D82-3097-BD52B92C865B}" dt="2026-09-21T21:03:18.305" v="176"/>
        <pc:sldMkLst>
          <pc:docMk/>
          <pc:sldMk cId="2599261978" sldId="263"/>
        </pc:sldMkLst>
        <pc:spChg chg="mod">
          <ac:chgData name="Han My Luu" userId="S::luum@purdue.edu::565587ec-ec54-4599-8f51-22e274b7a5df" providerId="AD" clId="Web-{9C32CB78-D189-1D82-3097-BD52B92C865B}" dt="2026-09-21T21:03:18.305" v="176"/>
          <ac:spMkLst>
            <pc:docMk/>
            <pc:sldMk cId="2599261978" sldId="263"/>
            <ac:spMk id="2" creationId="{DCED7CC0-ACDA-5AA8-B480-C8420BADC743}"/>
          </ac:spMkLst>
        </pc:spChg>
        <pc:spChg chg="mod">
          <ac:chgData name="Han My Luu" userId="S::luum@purdue.edu::565587ec-ec54-4599-8f51-22e274b7a5df" providerId="AD" clId="Web-{9C32CB78-D189-1D82-3097-BD52B92C865B}" dt="2026-09-21T21:03:18.305" v="176"/>
          <ac:spMkLst>
            <pc:docMk/>
            <pc:sldMk cId="2599261978" sldId="263"/>
            <ac:spMk id="3" creationId="{9C6D1EE2-52E2-CF3D-1FFB-023F90409010}"/>
          </ac:spMkLst>
        </pc:spChg>
        <pc:spChg chg="add">
          <ac:chgData name="Han My Luu" userId="S::luum@purdue.edu::565587ec-ec54-4599-8f51-22e274b7a5df" providerId="AD" clId="Web-{9C32CB78-D189-1D82-3097-BD52B92C865B}" dt="2026-09-21T21:03:18.305" v="176"/>
          <ac:spMkLst>
            <pc:docMk/>
            <pc:sldMk cId="2599261978" sldId="263"/>
            <ac:spMk id="10" creationId="{CBB0869A-0BE5-B3E9-F73D-2F3691E4D932}"/>
          </ac:spMkLst>
        </pc:spChg>
        <pc:picChg chg="add del mod">
          <ac:chgData name="Han My Luu" userId="S::luum@purdue.edu::565587ec-ec54-4599-8f51-22e274b7a5df" providerId="AD" clId="Web-{9C32CB78-D189-1D82-3097-BD52B92C865B}" dt="2026-09-21T21:01:15.487" v="139"/>
          <ac:picMkLst>
            <pc:docMk/>
            <pc:sldMk cId="2599261978" sldId="263"/>
            <ac:picMk id="4" creationId="{91BDF84A-2E02-13E9-6918-2DF1A6C9212A}"/>
          </ac:picMkLst>
        </pc:picChg>
        <pc:picChg chg="add mod modCrop">
          <ac:chgData name="Han My Luu" userId="S::luum@purdue.edu::565587ec-ec54-4599-8f51-22e274b7a5df" providerId="AD" clId="Web-{9C32CB78-D189-1D82-3097-BD52B92C865B}" dt="2026-09-21T21:03:18.305" v="176"/>
          <ac:picMkLst>
            <pc:docMk/>
            <pc:sldMk cId="2599261978" sldId="263"/>
            <ac:picMk id="5" creationId="{79918354-0DDB-7F3F-5C69-43F5203729C9}"/>
          </ac:picMkLst>
        </pc:picChg>
      </pc:sldChg>
      <pc:sldChg chg="addSp delSp modSp ord">
        <pc:chgData name="Han My Luu" userId="S::luum@purdue.edu::565587ec-ec54-4599-8f51-22e274b7a5df" providerId="AD" clId="Web-{9C32CB78-D189-1D82-3097-BD52B92C865B}" dt="2026-09-21T21:56:59.841" v="669" actId="20577"/>
        <pc:sldMkLst>
          <pc:docMk/>
          <pc:sldMk cId="3234523658" sldId="264"/>
        </pc:sldMkLst>
        <pc:spChg chg="mod">
          <ac:chgData name="Han My Luu" userId="S::luum@purdue.edu::565587ec-ec54-4599-8f51-22e274b7a5df" providerId="AD" clId="Web-{9C32CB78-D189-1D82-3097-BD52B92C865B}" dt="2026-09-21T21:56:59.841" v="669" actId="20577"/>
          <ac:spMkLst>
            <pc:docMk/>
            <pc:sldMk cId="3234523658" sldId="264"/>
            <ac:spMk id="3" creationId="{5B2F04D7-973A-4443-9C10-50AA9059EA5C}"/>
          </ac:spMkLst>
        </pc:spChg>
        <pc:graphicFrameChg chg="add del mod modGraphic">
          <ac:chgData name="Han My Luu" userId="S::luum@purdue.edu::565587ec-ec54-4599-8f51-22e274b7a5df" providerId="AD" clId="Web-{9C32CB78-D189-1D82-3097-BD52B92C865B}" dt="2026-09-21T21:08:03.972" v="368"/>
          <ac:graphicFrameMkLst>
            <pc:docMk/>
            <pc:sldMk cId="3234523658" sldId="264"/>
            <ac:graphicFrameMk id="4" creationId="{FA01E136-E251-81DF-6312-92A8920DAD32}"/>
          </ac:graphicFrameMkLst>
        </pc:graphicFrameChg>
      </pc:sldChg>
      <pc:sldChg chg="modSp new">
        <pc:chgData name="Han My Luu" userId="S::luum@purdue.edu::565587ec-ec54-4599-8f51-22e274b7a5df" providerId="AD" clId="Web-{9C32CB78-D189-1D82-3097-BD52B92C865B}" dt="2026-09-21T22:00:35.206" v="784" actId="20577"/>
        <pc:sldMkLst>
          <pc:docMk/>
          <pc:sldMk cId="3329229924" sldId="265"/>
        </pc:sldMkLst>
        <pc:spChg chg="mod">
          <ac:chgData name="Han My Luu" userId="S::luum@purdue.edu::565587ec-ec54-4599-8f51-22e274b7a5df" providerId="AD" clId="Web-{9C32CB78-D189-1D82-3097-BD52B92C865B}" dt="2026-09-21T21:57:09.998" v="679" actId="20577"/>
          <ac:spMkLst>
            <pc:docMk/>
            <pc:sldMk cId="3329229924" sldId="265"/>
            <ac:spMk id="2" creationId="{EFC072D3-C72E-3145-C042-5CEC17882CF5}"/>
          </ac:spMkLst>
        </pc:spChg>
        <pc:spChg chg="mod">
          <ac:chgData name="Han My Luu" userId="S::luum@purdue.edu::565587ec-ec54-4599-8f51-22e274b7a5df" providerId="AD" clId="Web-{9C32CB78-D189-1D82-3097-BD52B92C865B}" dt="2026-09-21T22:00:35.206" v="784" actId="20577"/>
          <ac:spMkLst>
            <pc:docMk/>
            <pc:sldMk cId="3329229924" sldId="265"/>
            <ac:spMk id="3" creationId="{091AC5C6-6DDB-17BF-ACE6-43E329A0C96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4095F2-428D-4D92-B95E-C9920816830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ACA86A-C0CD-44A1-835B-DDDADCCFEC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Multiple subsystems:</a:t>
          </a:r>
          <a:r>
            <a:rPr lang="en-US"/>
            <a:t> vision (eye-tracking), robotic (page-turning), and processing/control components must work together.</a:t>
          </a:r>
        </a:p>
      </dgm:t>
    </dgm:pt>
    <dgm:pt modelId="{A395B593-6AEC-4F88-A284-7C861C1CE30B}" type="parTrans" cxnId="{AD96A36B-3A06-4964-9F47-91BB7A782D51}">
      <dgm:prSet/>
      <dgm:spPr/>
      <dgm:t>
        <a:bodyPr/>
        <a:lstStyle/>
        <a:p>
          <a:endParaRPr lang="en-US"/>
        </a:p>
      </dgm:t>
    </dgm:pt>
    <dgm:pt modelId="{2DCBB8C1-133C-4146-A285-D82607EED89C}" type="sibTrans" cxnId="{AD96A36B-3A06-4964-9F47-91BB7A782D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DF92B4-A4D7-497E-8AB7-217A786C80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No obvious existing solution:</a:t>
          </a:r>
          <a:r>
            <a:rPr lang="en-US"/>
            <a:t> current approaches focus on digital reading or are not truly hands-free.</a:t>
          </a:r>
        </a:p>
      </dgm:t>
    </dgm:pt>
    <dgm:pt modelId="{51A08D46-6C30-4305-8792-61387C599610}" type="parTrans" cxnId="{2EFCD6EA-17EC-4894-8164-A6A385FA5397}">
      <dgm:prSet/>
      <dgm:spPr/>
      <dgm:t>
        <a:bodyPr/>
        <a:lstStyle/>
        <a:p>
          <a:endParaRPr lang="en-US"/>
        </a:p>
      </dgm:t>
    </dgm:pt>
    <dgm:pt modelId="{BDCE6C5F-7832-41A5-B2B4-2CBF2CEC8E6F}" type="sibTrans" cxnId="{2EFCD6EA-17EC-4894-8164-A6A385FA53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09E3A1-AAFA-4D29-AF01-5F5A3BEF58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Multiple stakeholder needs:</a:t>
          </a:r>
          <a:r>
            <a:rPr lang="en-US"/>
            <a:t> the design must consider users, caregivers, and different reading situations/application scenarios</a:t>
          </a:r>
        </a:p>
      </dgm:t>
    </dgm:pt>
    <dgm:pt modelId="{4A2361AC-075C-4B03-907B-241EDE00FA09}" type="parTrans" cxnId="{7355D736-A913-494D-A33B-ECEDCDAD9A57}">
      <dgm:prSet/>
      <dgm:spPr/>
      <dgm:t>
        <a:bodyPr/>
        <a:lstStyle/>
        <a:p>
          <a:endParaRPr lang="en-US"/>
        </a:p>
      </dgm:t>
    </dgm:pt>
    <dgm:pt modelId="{D49131E4-301B-43DF-9604-C6C3F731239B}" type="sibTrans" cxnId="{7355D736-A913-494D-A33B-ECEDCDAD9A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3BC93A-FD42-4AC9-9A66-895E5CC74C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Builds on prior coursework:</a:t>
          </a:r>
          <a:r>
            <a:rPr lang="en-US"/>
            <a:t> applies knowledge of sensors, embedded and control systems</a:t>
          </a:r>
        </a:p>
      </dgm:t>
    </dgm:pt>
    <dgm:pt modelId="{76D84347-1802-4C12-B016-1C99283BA111}" type="parTrans" cxnId="{4B70B08A-E63C-4EAE-AA99-F74F90E871AA}">
      <dgm:prSet/>
      <dgm:spPr/>
      <dgm:t>
        <a:bodyPr/>
        <a:lstStyle/>
        <a:p>
          <a:endParaRPr lang="en-US"/>
        </a:p>
      </dgm:t>
    </dgm:pt>
    <dgm:pt modelId="{EBA04EC8-3D01-4529-8370-BB8A6B378E97}" type="sibTrans" cxnId="{4B70B08A-E63C-4EAE-AA99-F74F90E871AA}">
      <dgm:prSet/>
      <dgm:spPr/>
      <dgm:t>
        <a:bodyPr/>
        <a:lstStyle/>
        <a:p>
          <a:endParaRPr lang="en-US"/>
        </a:p>
      </dgm:t>
    </dgm:pt>
    <dgm:pt modelId="{5DD1A50A-0F36-4523-BEEA-1013FA933AD9}" type="pres">
      <dgm:prSet presAssocID="{844095F2-428D-4D92-B95E-C99208168309}" presName="root" presStyleCnt="0">
        <dgm:presLayoutVars>
          <dgm:dir/>
          <dgm:resizeHandles val="exact"/>
        </dgm:presLayoutVars>
      </dgm:prSet>
      <dgm:spPr/>
    </dgm:pt>
    <dgm:pt modelId="{A1FE4227-7986-4678-B848-F5A067A95FB3}" type="pres">
      <dgm:prSet presAssocID="{844095F2-428D-4D92-B95E-C99208168309}" presName="container" presStyleCnt="0">
        <dgm:presLayoutVars>
          <dgm:dir/>
          <dgm:resizeHandles val="exact"/>
        </dgm:presLayoutVars>
      </dgm:prSet>
      <dgm:spPr/>
    </dgm:pt>
    <dgm:pt modelId="{D94E9D24-3419-4D9D-B484-3977B24ECFFA}" type="pres">
      <dgm:prSet presAssocID="{18ACA86A-C0CD-44A1-835B-DDDADCCFEC4D}" presName="compNode" presStyleCnt="0"/>
      <dgm:spPr/>
    </dgm:pt>
    <dgm:pt modelId="{7771586B-6FC1-4D69-8AF1-B017542D5AE9}" type="pres">
      <dgm:prSet presAssocID="{18ACA86A-C0CD-44A1-835B-DDDADCCFEC4D}" presName="iconBgRect" presStyleLbl="bgShp" presStyleIdx="0" presStyleCnt="4"/>
      <dgm:spPr/>
    </dgm:pt>
    <dgm:pt modelId="{B3E864B5-4401-475C-8B98-3FBECB51E079}" type="pres">
      <dgm:prSet presAssocID="{18ACA86A-C0CD-44A1-835B-DDDADCCFEC4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815E906-FC32-471E-87A7-AC7B7C664C4D}" type="pres">
      <dgm:prSet presAssocID="{18ACA86A-C0CD-44A1-835B-DDDADCCFEC4D}" presName="spaceRect" presStyleCnt="0"/>
      <dgm:spPr/>
    </dgm:pt>
    <dgm:pt modelId="{F3DABC29-D1A1-4A4F-98B2-FC37DB77B09C}" type="pres">
      <dgm:prSet presAssocID="{18ACA86A-C0CD-44A1-835B-DDDADCCFEC4D}" presName="textRect" presStyleLbl="revTx" presStyleIdx="0" presStyleCnt="4">
        <dgm:presLayoutVars>
          <dgm:chMax val="1"/>
          <dgm:chPref val="1"/>
        </dgm:presLayoutVars>
      </dgm:prSet>
      <dgm:spPr/>
    </dgm:pt>
    <dgm:pt modelId="{4CF22BC3-1D20-4217-BAC5-D48C0FDCB42D}" type="pres">
      <dgm:prSet presAssocID="{2DCBB8C1-133C-4146-A285-D82607EED89C}" presName="sibTrans" presStyleLbl="sibTrans2D1" presStyleIdx="0" presStyleCnt="0"/>
      <dgm:spPr/>
    </dgm:pt>
    <dgm:pt modelId="{E9306E3D-08CA-4A92-B52D-D90781CBEA77}" type="pres">
      <dgm:prSet presAssocID="{61DF92B4-A4D7-497E-8AB7-217A786C8056}" presName="compNode" presStyleCnt="0"/>
      <dgm:spPr/>
    </dgm:pt>
    <dgm:pt modelId="{8A2DF16A-0C7C-4CA9-9B26-95D39609E2E3}" type="pres">
      <dgm:prSet presAssocID="{61DF92B4-A4D7-497E-8AB7-217A786C8056}" presName="iconBgRect" presStyleLbl="bgShp" presStyleIdx="1" presStyleCnt="4"/>
      <dgm:spPr/>
    </dgm:pt>
    <dgm:pt modelId="{144D1E0D-C87E-4F2A-A041-79B5B9109B7F}" type="pres">
      <dgm:prSet presAssocID="{61DF92B4-A4D7-497E-8AB7-217A786C805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293AF00-688A-49E7-BC70-7D29F0F9B2A1}" type="pres">
      <dgm:prSet presAssocID="{61DF92B4-A4D7-497E-8AB7-217A786C8056}" presName="spaceRect" presStyleCnt="0"/>
      <dgm:spPr/>
    </dgm:pt>
    <dgm:pt modelId="{5100FA8C-340E-4BBF-A8C0-75FC270C4BF5}" type="pres">
      <dgm:prSet presAssocID="{61DF92B4-A4D7-497E-8AB7-217A786C8056}" presName="textRect" presStyleLbl="revTx" presStyleIdx="1" presStyleCnt="4">
        <dgm:presLayoutVars>
          <dgm:chMax val="1"/>
          <dgm:chPref val="1"/>
        </dgm:presLayoutVars>
      </dgm:prSet>
      <dgm:spPr/>
    </dgm:pt>
    <dgm:pt modelId="{300E1431-7B8B-452E-A295-440623D58C9C}" type="pres">
      <dgm:prSet presAssocID="{BDCE6C5F-7832-41A5-B2B4-2CBF2CEC8E6F}" presName="sibTrans" presStyleLbl="sibTrans2D1" presStyleIdx="0" presStyleCnt="0"/>
      <dgm:spPr/>
    </dgm:pt>
    <dgm:pt modelId="{16DE9145-56AC-4979-ADAC-307B0AB866E1}" type="pres">
      <dgm:prSet presAssocID="{6509E3A1-AAFA-4D29-AF01-5F5A3BEF5837}" presName="compNode" presStyleCnt="0"/>
      <dgm:spPr/>
    </dgm:pt>
    <dgm:pt modelId="{0EFB7B38-20DC-4AA3-9604-1AE96925F9FE}" type="pres">
      <dgm:prSet presAssocID="{6509E3A1-AAFA-4D29-AF01-5F5A3BEF5837}" presName="iconBgRect" presStyleLbl="bgShp" presStyleIdx="2" presStyleCnt="4"/>
      <dgm:spPr/>
    </dgm:pt>
    <dgm:pt modelId="{AA69AEF3-6721-43AD-AAEF-4FBC5B7D8FD2}" type="pres">
      <dgm:prSet presAssocID="{6509E3A1-AAFA-4D29-AF01-5F5A3BEF583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03B55A0C-516C-41D4-B6AD-4EB5B0B6F6D7}" type="pres">
      <dgm:prSet presAssocID="{6509E3A1-AAFA-4D29-AF01-5F5A3BEF5837}" presName="spaceRect" presStyleCnt="0"/>
      <dgm:spPr/>
    </dgm:pt>
    <dgm:pt modelId="{5F04A561-A740-4EDE-AB3A-9CC0B551AE8F}" type="pres">
      <dgm:prSet presAssocID="{6509E3A1-AAFA-4D29-AF01-5F5A3BEF5837}" presName="textRect" presStyleLbl="revTx" presStyleIdx="2" presStyleCnt="4">
        <dgm:presLayoutVars>
          <dgm:chMax val="1"/>
          <dgm:chPref val="1"/>
        </dgm:presLayoutVars>
      </dgm:prSet>
      <dgm:spPr/>
    </dgm:pt>
    <dgm:pt modelId="{575778A1-2EDB-49F9-98DE-8F71CFFDE7C1}" type="pres">
      <dgm:prSet presAssocID="{D49131E4-301B-43DF-9604-C6C3F731239B}" presName="sibTrans" presStyleLbl="sibTrans2D1" presStyleIdx="0" presStyleCnt="0"/>
      <dgm:spPr/>
    </dgm:pt>
    <dgm:pt modelId="{39D1EB3A-FB58-41BD-9FF3-7A2397422259}" type="pres">
      <dgm:prSet presAssocID="{4E3BC93A-FD42-4AC9-9A66-895E5CC74CC7}" presName="compNode" presStyleCnt="0"/>
      <dgm:spPr/>
    </dgm:pt>
    <dgm:pt modelId="{B07E7750-3633-46FA-A78B-0DBD61879BEF}" type="pres">
      <dgm:prSet presAssocID="{4E3BC93A-FD42-4AC9-9A66-895E5CC74CC7}" presName="iconBgRect" presStyleLbl="bgShp" presStyleIdx="3" presStyleCnt="4"/>
      <dgm:spPr/>
    </dgm:pt>
    <dgm:pt modelId="{56776A36-B756-47AD-B287-F03D7FE31080}" type="pres">
      <dgm:prSet presAssocID="{4E3BC93A-FD42-4AC9-9A66-895E5CC74CC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1013181-EF59-4678-8197-E246394961CF}" type="pres">
      <dgm:prSet presAssocID="{4E3BC93A-FD42-4AC9-9A66-895E5CC74CC7}" presName="spaceRect" presStyleCnt="0"/>
      <dgm:spPr/>
    </dgm:pt>
    <dgm:pt modelId="{F4399449-270B-4B92-887C-96402E95EB5B}" type="pres">
      <dgm:prSet presAssocID="{4E3BC93A-FD42-4AC9-9A66-895E5CC74C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93D1522-597A-407C-A6EA-F7D0FA3EC19B}" type="presOf" srcId="{844095F2-428D-4D92-B95E-C99208168309}" destId="{5DD1A50A-0F36-4523-BEEA-1013FA933AD9}" srcOrd="0" destOrd="0" presId="urn:microsoft.com/office/officeart/2018/2/layout/IconCircleList"/>
    <dgm:cxn modelId="{7355D736-A913-494D-A33B-ECEDCDAD9A57}" srcId="{844095F2-428D-4D92-B95E-C99208168309}" destId="{6509E3A1-AAFA-4D29-AF01-5F5A3BEF5837}" srcOrd="2" destOrd="0" parTransId="{4A2361AC-075C-4B03-907B-241EDE00FA09}" sibTransId="{D49131E4-301B-43DF-9604-C6C3F731239B}"/>
    <dgm:cxn modelId="{AD96A36B-3A06-4964-9F47-91BB7A782D51}" srcId="{844095F2-428D-4D92-B95E-C99208168309}" destId="{18ACA86A-C0CD-44A1-835B-DDDADCCFEC4D}" srcOrd="0" destOrd="0" parTransId="{A395B593-6AEC-4F88-A284-7C861C1CE30B}" sibTransId="{2DCBB8C1-133C-4146-A285-D82607EED89C}"/>
    <dgm:cxn modelId="{9EE2AE7A-2F9E-49E6-B6CB-9ECA89F92D29}" type="presOf" srcId="{61DF92B4-A4D7-497E-8AB7-217A786C8056}" destId="{5100FA8C-340E-4BBF-A8C0-75FC270C4BF5}" srcOrd="0" destOrd="0" presId="urn:microsoft.com/office/officeart/2018/2/layout/IconCircleList"/>
    <dgm:cxn modelId="{4B70B08A-E63C-4EAE-AA99-F74F90E871AA}" srcId="{844095F2-428D-4D92-B95E-C99208168309}" destId="{4E3BC93A-FD42-4AC9-9A66-895E5CC74CC7}" srcOrd="3" destOrd="0" parTransId="{76D84347-1802-4C12-B016-1C99283BA111}" sibTransId="{EBA04EC8-3D01-4529-8370-BB8A6B378E97}"/>
    <dgm:cxn modelId="{90B7FF99-2AE4-4D7B-81B5-2AE98ECDB6DC}" type="presOf" srcId="{2DCBB8C1-133C-4146-A285-D82607EED89C}" destId="{4CF22BC3-1D20-4217-BAC5-D48C0FDCB42D}" srcOrd="0" destOrd="0" presId="urn:microsoft.com/office/officeart/2018/2/layout/IconCircleList"/>
    <dgm:cxn modelId="{A603709D-EE06-484A-ADB9-5A487F1077F7}" type="presOf" srcId="{BDCE6C5F-7832-41A5-B2B4-2CBF2CEC8E6F}" destId="{300E1431-7B8B-452E-A295-440623D58C9C}" srcOrd="0" destOrd="0" presId="urn:microsoft.com/office/officeart/2018/2/layout/IconCircleList"/>
    <dgm:cxn modelId="{079069B7-A5DD-4264-8B85-35BEDCD5743B}" type="presOf" srcId="{6509E3A1-AAFA-4D29-AF01-5F5A3BEF5837}" destId="{5F04A561-A740-4EDE-AB3A-9CC0B551AE8F}" srcOrd="0" destOrd="0" presId="urn:microsoft.com/office/officeart/2018/2/layout/IconCircleList"/>
    <dgm:cxn modelId="{2DC898E4-790A-4040-A015-BCD7B39FCDDF}" type="presOf" srcId="{18ACA86A-C0CD-44A1-835B-DDDADCCFEC4D}" destId="{F3DABC29-D1A1-4A4F-98B2-FC37DB77B09C}" srcOrd="0" destOrd="0" presId="urn:microsoft.com/office/officeart/2018/2/layout/IconCircleList"/>
    <dgm:cxn modelId="{2EFCD6EA-17EC-4894-8164-A6A385FA5397}" srcId="{844095F2-428D-4D92-B95E-C99208168309}" destId="{61DF92B4-A4D7-497E-8AB7-217A786C8056}" srcOrd="1" destOrd="0" parTransId="{51A08D46-6C30-4305-8792-61387C599610}" sibTransId="{BDCE6C5F-7832-41A5-B2B4-2CBF2CEC8E6F}"/>
    <dgm:cxn modelId="{5B8773EE-0171-45B5-A725-4CCD97BF8B90}" type="presOf" srcId="{4E3BC93A-FD42-4AC9-9A66-895E5CC74CC7}" destId="{F4399449-270B-4B92-887C-96402E95EB5B}" srcOrd="0" destOrd="0" presId="urn:microsoft.com/office/officeart/2018/2/layout/IconCircleList"/>
    <dgm:cxn modelId="{59448BF2-8AEA-4924-8543-1979874F2C2F}" type="presOf" srcId="{D49131E4-301B-43DF-9604-C6C3F731239B}" destId="{575778A1-2EDB-49F9-98DE-8F71CFFDE7C1}" srcOrd="0" destOrd="0" presId="urn:microsoft.com/office/officeart/2018/2/layout/IconCircleList"/>
    <dgm:cxn modelId="{4F91CEE2-44CA-4359-BEFE-1EA7BF2D0D66}" type="presParOf" srcId="{5DD1A50A-0F36-4523-BEEA-1013FA933AD9}" destId="{A1FE4227-7986-4678-B848-F5A067A95FB3}" srcOrd="0" destOrd="0" presId="urn:microsoft.com/office/officeart/2018/2/layout/IconCircleList"/>
    <dgm:cxn modelId="{58281DFC-604E-477B-A9E7-C4916EA63078}" type="presParOf" srcId="{A1FE4227-7986-4678-B848-F5A067A95FB3}" destId="{D94E9D24-3419-4D9D-B484-3977B24ECFFA}" srcOrd="0" destOrd="0" presId="urn:microsoft.com/office/officeart/2018/2/layout/IconCircleList"/>
    <dgm:cxn modelId="{45D5BCE7-CD9B-45B7-A04F-3889F67DD224}" type="presParOf" srcId="{D94E9D24-3419-4D9D-B484-3977B24ECFFA}" destId="{7771586B-6FC1-4D69-8AF1-B017542D5AE9}" srcOrd="0" destOrd="0" presId="urn:microsoft.com/office/officeart/2018/2/layout/IconCircleList"/>
    <dgm:cxn modelId="{8E4E1F76-DAD2-4812-B9E0-C62202347042}" type="presParOf" srcId="{D94E9D24-3419-4D9D-B484-3977B24ECFFA}" destId="{B3E864B5-4401-475C-8B98-3FBECB51E079}" srcOrd="1" destOrd="0" presId="urn:microsoft.com/office/officeart/2018/2/layout/IconCircleList"/>
    <dgm:cxn modelId="{42CF9B4A-817D-4254-B806-32AB0317B4ED}" type="presParOf" srcId="{D94E9D24-3419-4D9D-B484-3977B24ECFFA}" destId="{F815E906-FC32-471E-87A7-AC7B7C664C4D}" srcOrd="2" destOrd="0" presId="urn:microsoft.com/office/officeart/2018/2/layout/IconCircleList"/>
    <dgm:cxn modelId="{D23DFA6D-35DB-47C5-937A-1554C60EC712}" type="presParOf" srcId="{D94E9D24-3419-4D9D-B484-3977B24ECFFA}" destId="{F3DABC29-D1A1-4A4F-98B2-FC37DB77B09C}" srcOrd="3" destOrd="0" presId="urn:microsoft.com/office/officeart/2018/2/layout/IconCircleList"/>
    <dgm:cxn modelId="{33D05981-B038-4265-99DF-BDDB7B83BD8F}" type="presParOf" srcId="{A1FE4227-7986-4678-B848-F5A067A95FB3}" destId="{4CF22BC3-1D20-4217-BAC5-D48C0FDCB42D}" srcOrd="1" destOrd="0" presId="urn:microsoft.com/office/officeart/2018/2/layout/IconCircleList"/>
    <dgm:cxn modelId="{95D9772F-BF50-4871-B537-8AD22E1DF125}" type="presParOf" srcId="{A1FE4227-7986-4678-B848-F5A067A95FB3}" destId="{E9306E3D-08CA-4A92-B52D-D90781CBEA77}" srcOrd="2" destOrd="0" presId="urn:microsoft.com/office/officeart/2018/2/layout/IconCircleList"/>
    <dgm:cxn modelId="{372F51D1-71C6-490B-B599-87290AB7A8A0}" type="presParOf" srcId="{E9306E3D-08CA-4A92-B52D-D90781CBEA77}" destId="{8A2DF16A-0C7C-4CA9-9B26-95D39609E2E3}" srcOrd="0" destOrd="0" presId="urn:microsoft.com/office/officeart/2018/2/layout/IconCircleList"/>
    <dgm:cxn modelId="{FD60FF45-E88B-4E9F-B993-F9507EBA47C9}" type="presParOf" srcId="{E9306E3D-08CA-4A92-B52D-D90781CBEA77}" destId="{144D1E0D-C87E-4F2A-A041-79B5B9109B7F}" srcOrd="1" destOrd="0" presId="urn:microsoft.com/office/officeart/2018/2/layout/IconCircleList"/>
    <dgm:cxn modelId="{A2202496-C25D-401B-8F1F-90CF8133E907}" type="presParOf" srcId="{E9306E3D-08CA-4A92-B52D-D90781CBEA77}" destId="{8293AF00-688A-49E7-BC70-7D29F0F9B2A1}" srcOrd="2" destOrd="0" presId="urn:microsoft.com/office/officeart/2018/2/layout/IconCircleList"/>
    <dgm:cxn modelId="{5B03D869-41D6-4A6F-9014-E37F7DE494FE}" type="presParOf" srcId="{E9306E3D-08CA-4A92-B52D-D90781CBEA77}" destId="{5100FA8C-340E-4BBF-A8C0-75FC270C4BF5}" srcOrd="3" destOrd="0" presId="urn:microsoft.com/office/officeart/2018/2/layout/IconCircleList"/>
    <dgm:cxn modelId="{F0F79438-330B-4B28-95DB-1501D2563D16}" type="presParOf" srcId="{A1FE4227-7986-4678-B848-F5A067A95FB3}" destId="{300E1431-7B8B-452E-A295-440623D58C9C}" srcOrd="3" destOrd="0" presId="urn:microsoft.com/office/officeart/2018/2/layout/IconCircleList"/>
    <dgm:cxn modelId="{CA13EEA7-2973-4617-A243-57E230F988A1}" type="presParOf" srcId="{A1FE4227-7986-4678-B848-F5A067A95FB3}" destId="{16DE9145-56AC-4979-ADAC-307B0AB866E1}" srcOrd="4" destOrd="0" presId="urn:microsoft.com/office/officeart/2018/2/layout/IconCircleList"/>
    <dgm:cxn modelId="{609866BE-308D-4F61-87D6-C29380E365B7}" type="presParOf" srcId="{16DE9145-56AC-4979-ADAC-307B0AB866E1}" destId="{0EFB7B38-20DC-4AA3-9604-1AE96925F9FE}" srcOrd="0" destOrd="0" presId="urn:microsoft.com/office/officeart/2018/2/layout/IconCircleList"/>
    <dgm:cxn modelId="{A2CF302C-D1AF-4DB5-8059-61F97A4B74B9}" type="presParOf" srcId="{16DE9145-56AC-4979-ADAC-307B0AB866E1}" destId="{AA69AEF3-6721-43AD-AAEF-4FBC5B7D8FD2}" srcOrd="1" destOrd="0" presId="urn:microsoft.com/office/officeart/2018/2/layout/IconCircleList"/>
    <dgm:cxn modelId="{9299AC63-9D62-4286-9BB7-69E5EECB154D}" type="presParOf" srcId="{16DE9145-56AC-4979-ADAC-307B0AB866E1}" destId="{03B55A0C-516C-41D4-B6AD-4EB5B0B6F6D7}" srcOrd="2" destOrd="0" presId="urn:microsoft.com/office/officeart/2018/2/layout/IconCircleList"/>
    <dgm:cxn modelId="{D07FFD38-9D2B-4BCA-A3C8-7C8BB1CF86EF}" type="presParOf" srcId="{16DE9145-56AC-4979-ADAC-307B0AB866E1}" destId="{5F04A561-A740-4EDE-AB3A-9CC0B551AE8F}" srcOrd="3" destOrd="0" presId="urn:microsoft.com/office/officeart/2018/2/layout/IconCircleList"/>
    <dgm:cxn modelId="{56A3CFF2-B5F0-4F82-AF58-8702852343DB}" type="presParOf" srcId="{A1FE4227-7986-4678-B848-F5A067A95FB3}" destId="{575778A1-2EDB-49F9-98DE-8F71CFFDE7C1}" srcOrd="5" destOrd="0" presId="urn:microsoft.com/office/officeart/2018/2/layout/IconCircleList"/>
    <dgm:cxn modelId="{20C0DF26-3F4C-4EF0-8E0A-AA5F12187463}" type="presParOf" srcId="{A1FE4227-7986-4678-B848-F5A067A95FB3}" destId="{39D1EB3A-FB58-41BD-9FF3-7A2397422259}" srcOrd="6" destOrd="0" presId="urn:microsoft.com/office/officeart/2018/2/layout/IconCircleList"/>
    <dgm:cxn modelId="{55AE9772-4EDA-4FE5-A7F3-88DAB5822264}" type="presParOf" srcId="{39D1EB3A-FB58-41BD-9FF3-7A2397422259}" destId="{B07E7750-3633-46FA-A78B-0DBD61879BEF}" srcOrd="0" destOrd="0" presId="urn:microsoft.com/office/officeart/2018/2/layout/IconCircleList"/>
    <dgm:cxn modelId="{1D83CF0A-A8B1-49A4-ABD4-3DB438D2AB4D}" type="presParOf" srcId="{39D1EB3A-FB58-41BD-9FF3-7A2397422259}" destId="{56776A36-B756-47AD-B287-F03D7FE31080}" srcOrd="1" destOrd="0" presId="urn:microsoft.com/office/officeart/2018/2/layout/IconCircleList"/>
    <dgm:cxn modelId="{D390064A-2C79-42DF-AE06-8F7F2F1BEE7F}" type="presParOf" srcId="{39D1EB3A-FB58-41BD-9FF3-7A2397422259}" destId="{81013181-EF59-4678-8197-E246394961CF}" srcOrd="2" destOrd="0" presId="urn:microsoft.com/office/officeart/2018/2/layout/IconCircleList"/>
    <dgm:cxn modelId="{0E3CE9A6-4A16-4366-9E95-654FD9F5F026}" type="presParOf" srcId="{39D1EB3A-FB58-41BD-9FF3-7A2397422259}" destId="{F4399449-270B-4B92-887C-96402E95EB5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1586B-6FC1-4D69-8AF1-B017542D5AE9}">
      <dsp:nvSpPr>
        <dsp:cNvPr id="0" name=""/>
        <dsp:cNvSpPr/>
      </dsp:nvSpPr>
      <dsp:spPr>
        <a:xfrm>
          <a:off x="235727" y="558450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864B5-4401-475C-8B98-3FBECB51E079}">
      <dsp:nvSpPr>
        <dsp:cNvPr id="0" name=""/>
        <dsp:cNvSpPr/>
      </dsp:nvSpPr>
      <dsp:spPr>
        <a:xfrm>
          <a:off x="518804" y="841527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ABC29-D1A1-4A4F-98B2-FC37DB77B09C}">
      <dsp:nvSpPr>
        <dsp:cNvPr id="0" name=""/>
        <dsp:cNvSpPr/>
      </dsp:nvSpPr>
      <dsp:spPr>
        <a:xfrm>
          <a:off x="1872569" y="558450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Multiple subsystems:</a:t>
          </a:r>
          <a:r>
            <a:rPr lang="en-US" sz="1600" kern="1200"/>
            <a:t> vision (eye-tracking), robotic (page-turning), and processing/control components must work together.</a:t>
          </a:r>
        </a:p>
      </dsp:txBody>
      <dsp:txXfrm>
        <a:off x="1872569" y="558450"/>
        <a:ext cx="3177400" cy="1347988"/>
      </dsp:txXfrm>
    </dsp:sp>
    <dsp:sp modelId="{8A2DF16A-0C7C-4CA9-9B26-95D39609E2E3}">
      <dsp:nvSpPr>
        <dsp:cNvPr id="0" name=""/>
        <dsp:cNvSpPr/>
      </dsp:nvSpPr>
      <dsp:spPr>
        <a:xfrm>
          <a:off x="5603608" y="558450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D1E0D-C87E-4F2A-A041-79B5B9109B7F}">
      <dsp:nvSpPr>
        <dsp:cNvPr id="0" name=""/>
        <dsp:cNvSpPr/>
      </dsp:nvSpPr>
      <dsp:spPr>
        <a:xfrm>
          <a:off x="5886686" y="841527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0FA8C-340E-4BBF-A8C0-75FC270C4BF5}">
      <dsp:nvSpPr>
        <dsp:cNvPr id="0" name=""/>
        <dsp:cNvSpPr/>
      </dsp:nvSpPr>
      <dsp:spPr>
        <a:xfrm>
          <a:off x="7240451" y="558450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No obvious existing solution:</a:t>
          </a:r>
          <a:r>
            <a:rPr lang="en-US" sz="1600" kern="1200"/>
            <a:t> current approaches focus on digital reading or are not truly hands-free.</a:t>
          </a:r>
        </a:p>
      </dsp:txBody>
      <dsp:txXfrm>
        <a:off x="7240451" y="558450"/>
        <a:ext cx="3177400" cy="1347988"/>
      </dsp:txXfrm>
    </dsp:sp>
    <dsp:sp modelId="{0EFB7B38-20DC-4AA3-9604-1AE96925F9FE}">
      <dsp:nvSpPr>
        <dsp:cNvPr id="0" name=""/>
        <dsp:cNvSpPr/>
      </dsp:nvSpPr>
      <dsp:spPr>
        <a:xfrm>
          <a:off x="235727" y="268738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9AEF3-6721-43AD-AAEF-4FBC5B7D8FD2}">
      <dsp:nvSpPr>
        <dsp:cNvPr id="0" name=""/>
        <dsp:cNvSpPr/>
      </dsp:nvSpPr>
      <dsp:spPr>
        <a:xfrm>
          <a:off x="518804" y="2970466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4A561-A740-4EDE-AB3A-9CC0B551AE8F}">
      <dsp:nvSpPr>
        <dsp:cNvPr id="0" name=""/>
        <dsp:cNvSpPr/>
      </dsp:nvSpPr>
      <dsp:spPr>
        <a:xfrm>
          <a:off x="1872569" y="268738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Multiple stakeholder needs:</a:t>
          </a:r>
          <a:r>
            <a:rPr lang="en-US" sz="1600" kern="1200"/>
            <a:t> the design must consider users, caregivers, and different reading situations/application scenarios</a:t>
          </a:r>
        </a:p>
      </dsp:txBody>
      <dsp:txXfrm>
        <a:off x="1872569" y="2687389"/>
        <a:ext cx="3177400" cy="1347988"/>
      </dsp:txXfrm>
    </dsp:sp>
    <dsp:sp modelId="{B07E7750-3633-46FA-A78B-0DBD61879BEF}">
      <dsp:nvSpPr>
        <dsp:cNvPr id="0" name=""/>
        <dsp:cNvSpPr/>
      </dsp:nvSpPr>
      <dsp:spPr>
        <a:xfrm>
          <a:off x="5603608" y="268738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76A36-B756-47AD-B287-F03D7FE31080}">
      <dsp:nvSpPr>
        <dsp:cNvPr id="0" name=""/>
        <dsp:cNvSpPr/>
      </dsp:nvSpPr>
      <dsp:spPr>
        <a:xfrm>
          <a:off x="5886686" y="2970466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99449-270B-4B92-887C-96402E95EB5B}">
      <dsp:nvSpPr>
        <dsp:cNvPr id="0" name=""/>
        <dsp:cNvSpPr/>
      </dsp:nvSpPr>
      <dsp:spPr>
        <a:xfrm>
          <a:off x="7240451" y="268738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Builds on prior coursework:</a:t>
          </a:r>
          <a:r>
            <a:rPr lang="en-US" sz="1600" kern="1200"/>
            <a:t> applies knowledge of sensors, embedded and control systems</a:t>
          </a:r>
        </a:p>
      </dsp:txBody>
      <dsp:txXfrm>
        <a:off x="7240451" y="2687389"/>
        <a:ext cx="3177400" cy="1347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82AE9-F3F1-499C-A3CC-D79107D209B8}" type="datetimeFigureOut"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527FB-9CEE-4876-935A-C0FF647747A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3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Portable – handheld, light, easy use (no power port needed) The user needs to be able to use the product almost anywhere and in portrait orientation 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Near Compatibility - Compatible with common book trims, cover types and thicknesses 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    Mostly hands-free - The user needs to be able to use the product entirely hands-free aside from the initial setup of the book on the holder. 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    Easy to use and set up  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    Rechargeable 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    To be used in standard lighting environment 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527FB-9CEE-4876-935A-C0FF647747A7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3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3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2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0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54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7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4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2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9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0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6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697" r:id="rId6"/>
    <p:sldLayoutId id="2147483702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140" y="5137536"/>
            <a:ext cx="8203720" cy="732129"/>
          </a:xfrm>
        </p:spPr>
        <p:txBody>
          <a:bodyPr>
            <a:normAutofit/>
          </a:bodyPr>
          <a:lstStyle/>
          <a:p>
            <a:r>
              <a:rPr lang="en-US" sz="3600"/>
              <a:t>Hands-Free Reading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916" y="5914356"/>
            <a:ext cx="8202168" cy="4815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Han Luu, Lauren Durbin, Preksha Shah</a:t>
            </a:r>
          </a:p>
        </p:txBody>
      </p:sp>
      <p:pic>
        <p:nvPicPr>
          <p:cNvPr id="4" name="Picture 3" descr="Book Turning A Page">
            <a:extLst>
              <a:ext uri="{FF2B5EF4-FFF2-40B4-BE49-F238E27FC236}">
                <a16:creationId xmlns:a16="http://schemas.microsoft.com/office/drawing/2014/main" id="{21E02B9D-DC20-665A-B57A-BF51267AB7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2035600" y="418089"/>
            <a:ext cx="8119249" cy="45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BE77-7F13-62B7-DC43-AE48992F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ó thể là hình ảnh về đại dương và bãi biển">
            <a:extLst>
              <a:ext uri="{FF2B5EF4-FFF2-40B4-BE49-F238E27FC236}">
                <a16:creationId xmlns:a16="http://schemas.microsoft.com/office/drawing/2014/main" id="{EEB6295F-4BC6-2548-D08C-5F00458730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73" t="40544" r="27872" b="213"/>
          <a:stretch>
            <a:fillRect/>
          </a:stretch>
        </p:blipFill>
        <p:spPr>
          <a:xfrm>
            <a:off x="1579976" y="1683688"/>
            <a:ext cx="2040827" cy="2718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AD5BB5-1C32-4B49-81EB-C784F8DDB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 the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0CBB-1FD4-137F-9264-A95646616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510" y="4575642"/>
            <a:ext cx="2741307" cy="20781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/>
              <a:t>Han Luu</a:t>
            </a:r>
          </a:p>
          <a:p>
            <a:pPr>
              <a:buFont typeface="Arial"/>
              <a:buChar char="•"/>
            </a:pPr>
            <a:r>
              <a:rPr lang="en-US"/>
              <a:t>Major: EE </a:t>
            </a:r>
          </a:p>
          <a:p>
            <a:pPr>
              <a:buFont typeface="Arial"/>
              <a:buChar char="•"/>
            </a:pPr>
            <a:r>
              <a:rPr lang="en-US"/>
              <a:t>Interest: Power systems</a:t>
            </a:r>
          </a:p>
          <a:p>
            <a:pPr marL="0" indent="0">
              <a:buNone/>
            </a:pPr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96F4C-35DF-B7F2-75E4-FE1478CB2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2" b="1632"/>
          <a:stretch>
            <a:fillRect/>
          </a:stretch>
        </p:blipFill>
        <p:spPr>
          <a:xfrm>
            <a:off x="5083479" y="1680575"/>
            <a:ext cx="2035537" cy="2713973"/>
          </a:xfrm>
          <a:prstGeom prst="rect">
            <a:avLst/>
          </a:prstGeom>
        </p:spPr>
      </p:pic>
      <p:pic>
        <p:nvPicPr>
          <p:cNvPr id="6" name="Picture 5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AE845542-A209-776D-8E5A-AD6EE2430C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5" t="9854"/>
          <a:stretch>
            <a:fillRect/>
          </a:stretch>
        </p:blipFill>
        <p:spPr>
          <a:xfrm>
            <a:off x="8580329" y="1680575"/>
            <a:ext cx="2035537" cy="271397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1E0418-7DCC-9F9D-6D6B-8FBDC5E456CB}"/>
              </a:ext>
            </a:extLst>
          </p:cNvPr>
          <p:cNvSpPr txBox="1">
            <a:spLocks/>
          </p:cNvSpPr>
          <p:nvPr/>
        </p:nvSpPr>
        <p:spPr>
          <a:xfrm>
            <a:off x="8228472" y="4581905"/>
            <a:ext cx="2741307" cy="2078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/>
              <a:t>Lauren Durbin</a:t>
            </a:r>
            <a:endParaRPr lang="en-US"/>
          </a:p>
          <a:p>
            <a:r>
              <a:rPr lang="en-US"/>
              <a:t>Major: EE</a:t>
            </a:r>
          </a:p>
          <a:p>
            <a:r>
              <a:rPr lang="en-US"/>
              <a:t>Interest: Controls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9EC7A9-7D6A-6EEB-CF5C-47D4D33A1544}"/>
              </a:ext>
            </a:extLst>
          </p:cNvPr>
          <p:cNvSpPr txBox="1">
            <a:spLocks/>
          </p:cNvSpPr>
          <p:nvPr/>
        </p:nvSpPr>
        <p:spPr>
          <a:xfrm>
            <a:off x="4654378" y="4577730"/>
            <a:ext cx="2877005" cy="2078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Preksha Ronak Shah</a:t>
            </a:r>
            <a:endParaRPr lang="en-US"/>
          </a:p>
          <a:p>
            <a:pPr>
              <a:buFont typeface="Arial"/>
              <a:buChar char="•"/>
            </a:pPr>
            <a:r>
              <a:rPr lang="en-US"/>
              <a:t>Major: EE</a:t>
            </a:r>
          </a:p>
          <a:p>
            <a:pPr>
              <a:buFont typeface="Arial"/>
              <a:buChar char="•"/>
            </a:pPr>
            <a:r>
              <a:rPr lang="en-US"/>
              <a:t>Interest: Controls, PCB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51736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61F19-2FA9-AFC6-5B53-055F8495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55DC6-0158-5753-5E56-8AD261CB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Product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456B1-5175-4708-60D5-21855BFAE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Purpose: </a:t>
            </a:r>
            <a:r>
              <a:rPr lang="en-US" sz="1800"/>
              <a:t>Enable users to read a physical book hands-free</a:t>
            </a:r>
          </a:p>
          <a:p>
            <a:r>
              <a:rPr lang="en-US" sz="1800" b="1"/>
              <a:t>Vision Component:</a:t>
            </a:r>
            <a:r>
              <a:rPr lang="en-US" sz="1800"/>
              <a:t> Tracks user's eye movement on page to determine when ready to flip</a:t>
            </a:r>
          </a:p>
          <a:p>
            <a:r>
              <a:rPr lang="en-US" sz="1800" b="1"/>
              <a:t>Robotic Component:</a:t>
            </a:r>
            <a:r>
              <a:rPr lang="en-US" sz="1800"/>
              <a:t> Flip to next page when triggered by user</a:t>
            </a:r>
          </a:p>
        </p:txBody>
      </p:sp>
      <p:pic>
        <p:nvPicPr>
          <p:cNvPr id="7" name="Graphic 6" descr="Books on Shelf">
            <a:extLst>
              <a:ext uri="{FF2B5EF4-FFF2-40B4-BE49-F238E27FC236}">
                <a16:creationId xmlns:a16="http://schemas.microsoft.com/office/drawing/2014/main" id="{3A9A0EAD-022A-B148-7566-455B34D72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5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097C5-0602-7E70-DD5E-97092D33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BF7D7-E53B-BE2D-1A69-91E9644F1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Target Audience: </a:t>
            </a:r>
            <a:r>
              <a:rPr lang="en-US" sz="1800"/>
              <a:t>Individuals with limited mobility or fine motor control, individuals seeking to multitask </a:t>
            </a:r>
          </a:p>
          <a:p>
            <a:r>
              <a:rPr lang="en-US" sz="1800" b="1"/>
              <a:t>Stakeholders:</a:t>
            </a:r>
            <a:r>
              <a:rPr lang="en-US" sz="1800"/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End users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Caregivers/family members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Rehabilitation centers, assisted-living facilities, etc. (accessibility-focused organizations)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System maintainers</a:t>
            </a:r>
          </a:p>
        </p:txBody>
      </p:sp>
      <p:pic>
        <p:nvPicPr>
          <p:cNvPr id="5" name="Picture 4" descr="3D rendering of game pieces tied together with a rope">
            <a:extLst>
              <a:ext uri="{FF2B5EF4-FFF2-40B4-BE49-F238E27FC236}">
                <a16:creationId xmlns:a16="http://schemas.microsoft.com/office/drawing/2014/main" id="{F2039481-90FD-A028-B776-5AEE6B67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17" r="38085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3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D5CFF-6335-BAFC-D0EC-9420249A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/>
              <a:t>Design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AB73B-7706-8BBA-680A-78890C8B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    Budget: total cost of materials &lt; $425 </a:t>
            </a:r>
          </a:p>
          <a:p>
            <a:r>
              <a:rPr lang="en-US" sz="1800">
                <a:ea typeface="+mn-lt"/>
                <a:cs typeface="+mn-lt"/>
              </a:rPr>
              <a:t>    Project duration: to be completed by April 2027 </a:t>
            </a:r>
          </a:p>
          <a:p>
            <a:r>
              <a:rPr lang="en-US" sz="1800">
                <a:ea typeface="+mn-lt"/>
                <a:cs typeface="+mn-lt"/>
              </a:rPr>
              <a:t>    The system must have &lt; 1 minute delay between when the eye is detected at the corner of the page and when the turning mechanism activates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Justification: Too long of a delay will be an inconvenience for every single page flip</a:t>
            </a:r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0CFFB4AC-F879-C85D-90BA-A38D032E8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5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7CC0-ACDA-5AA8-B480-C8420BADC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/>
              <a:t>Design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D1EE2-52E2-CF3D-1FFB-023F90409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Portable – size, weight, power supply</a:t>
            </a:r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Compatibility – fit</a:t>
            </a:r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Mostly hands-free – automated page flipper</a:t>
            </a:r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User-friendly – features and buttons</a:t>
            </a:r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Rechargeable - power supply</a:t>
            </a:r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To be used in standard lighting environment – sensor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18354-0DDB-7F3F-5C69-43F520372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5" t="16241" r="4520" b="17034"/>
          <a:stretch>
            <a:fillRect/>
          </a:stretch>
        </p:blipFill>
        <p:spPr>
          <a:xfrm>
            <a:off x="5691261" y="1377028"/>
            <a:ext cx="5837780" cy="410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6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80B7-837A-E41B-4C03-44C3B9CA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F04D7-973A-4443-9C10-50AA9059E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28074"/>
            <a:ext cx="10653579" cy="5394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product is to be used indoor, on a flat, stable surface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 dimension: 12” x 9” with thickness to be determined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Motivation: the two most popular book sizes have the dimension of 5"x8" and 5.5"x8.5"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Compatible with 120VAC 60Hz power supply and USB-C charging port 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Motivation: US electrical system compatibility, universal charging port </a:t>
            </a:r>
          </a:p>
          <a:p>
            <a:r>
              <a:rPr lang="en-US">
                <a:ea typeface="+mn-lt"/>
                <a:cs typeface="+mn-lt"/>
              </a:rPr>
              <a:t>Battery for energy storage &gt; 50 hours (buffered capacity included)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Assuming user is a full time reader (40hrs/week) + 20% buffer as standard battery system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2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72D3-C72E-3145-C042-5CEC1788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AC5C6-6DDB-17BF-ACE6-43E329A0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Electronics (microcontroller, sensors, and motors) are to be powered at 5VDC </a:t>
            </a:r>
          </a:p>
          <a:p>
            <a:r>
              <a:rPr lang="en-US"/>
              <a:t>The product is to be functional in &gt; 200 lux environment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Motivation: Ambient lighting in a standard living room is 100-200 lux</a:t>
            </a:r>
          </a:p>
          <a:p>
            <a:r>
              <a:rPr lang="en-US"/>
              <a:t>Activation: mini camera is going to track the eye – Activate when eye is at the bottom right corner of the page </a:t>
            </a:r>
          </a:p>
          <a:p>
            <a:r>
              <a:rPr lang="en-US"/>
              <a:t>Product needs to be able to hold a novel of &gt; 300 pages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Motivation: Average page count of a novel is 200-400 pages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2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6137-359D-81F9-2363-E016D37E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2378-A81E-DDB8-4115-88884DD9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 Engineering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B72478-5E57-992E-75B0-E27C3E18D4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799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8484-1EC7-AF2D-9C5F-7F9420E1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Knowledge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A4E-C3EF-A345-546D-06A581A6F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Mechanical page-flipper design</a:t>
            </a:r>
          </a:p>
          <a:p>
            <a:r>
              <a:rPr lang="en-US"/>
              <a:t>Motor-control for page-flipper</a:t>
            </a:r>
          </a:p>
          <a:p>
            <a:r>
              <a:rPr lang="en-US"/>
              <a:t>Eye-tracking system</a:t>
            </a:r>
          </a:p>
        </p:txBody>
      </p:sp>
    </p:spTree>
    <p:extLst>
      <p:ext uri="{BB962C8B-B14F-4D97-AF65-F5344CB8AC3E}">
        <p14:creationId xmlns:p14="http://schemas.microsoft.com/office/powerpoint/2010/main" val="87030811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VanillaVTI</vt:lpstr>
      <vt:lpstr>Hands-Free Reading</vt:lpstr>
      <vt:lpstr>Meet the Team</vt:lpstr>
      <vt:lpstr>Product Description</vt:lpstr>
      <vt:lpstr>Stakeholders</vt:lpstr>
      <vt:lpstr>Design Constraints</vt:lpstr>
      <vt:lpstr>Design Requirements</vt:lpstr>
      <vt:lpstr>Specifications</vt:lpstr>
      <vt:lpstr>Specifications</vt:lpstr>
      <vt:lpstr>Complex Engineering Problem</vt:lpstr>
      <vt:lpstr>New Knowledge Required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2026-09-15T19:06:30Z</dcterms:created>
  <dcterms:modified xsi:type="dcterms:W3CDTF">2026-09-22T17:35:49Z</dcterms:modified>
</cp:coreProperties>
</file>